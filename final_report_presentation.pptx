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74" r:id="rId12"/>
    <p:sldId id="268" r:id="rId13"/>
    <p:sldId id="267" r:id="rId14"/>
    <p:sldId id="270" r:id="rId15"/>
    <p:sldId id="271" r:id="rId16"/>
    <p:sldId id="272" r:id="rId17"/>
    <p:sldId id="273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7C80"/>
    <a:srgbClr val="FFFFCC"/>
    <a:srgbClr val="FF66CC"/>
    <a:srgbClr val="9966FF"/>
    <a:srgbClr val="5CBCBA"/>
    <a:srgbClr val="3E6278"/>
    <a:srgbClr val="66CCFF"/>
    <a:srgbClr val="FF9999"/>
    <a:srgbClr val="66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8705B1-6337-4D71-8365-84363782586C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443DD41-174A-4BE2-BFF3-5C7B09E6CD3B}">
      <dgm:prSet phldrT="[Text]"/>
      <dgm:spPr/>
      <dgm:t>
        <a:bodyPr/>
        <a:lstStyle/>
        <a:p>
          <a:pPr rtl="0"/>
          <a:r>
            <a:rPr kumimoji="0" lang="en-US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Imported and combined trip data files</a:t>
          </a:r>
          <a:endParaRPr lang="en-IN" b="1" dirty="0">
            <a:solidFill>
              <a:schemeClr val="bg1"/>
            </a:solidFill>
            <a:latin typeface="+mn-lt"/>
          </a:endParaRPr>
        </a:p>
      </dgm:t>
    </dgm:pt>
    <dgm:pt modelId="{1C01AB18-DBC3-4412-846D-B6FFA6B9F9EC}" type="parTrans" cxnId="{945FC5F8-62E8-4EBF-AC59-12E0CA3DD674}">
      <dgm:prSet/>
      <dgm:spPr/>
      <dgm:t>
        <a:bodyPr/>
        <a:lstStyle/>
        <a:p>
          <a:endParaRPr lang="en-IN"/>
        </a:p>
      </dgm:t>
    </dgm:pt>
    <dgm:pt modelId="{6BDD4E67-7A35-4023-8262-B24AA27F8EEC}" type="sibTrans" cxnId="{945FC5F8-62E8-4EBF-AC59-12E0CA3DD674}">
      <dgm:prSet/>
      <dgm:spPr/>
      <dgm:t>
        <a:bodyPr/>
        <a:lstStyle/>
        <a:p>
          <a:endParaRPr lang="en-IN"/>
        </a:p>
      </dgm:t>
    </dgm:pt>
    <dgm:pt modelId="{3E5D9230-3DFE-409A-AF0A-D9DE93BB9F00}">
      <dgm:prSet phldrT="[Text]"/>
      <dgm:spPr/>
      <dgm:t>
        <a:bodyPr/>
        <a:lstStyle/>
        <a:p>
          <a:pPr rtl="0"/>
          <a:r>
            <a:rPr kumimoji="0" lang="en-US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rPr>
            <a:t>Removed</a:t>
          </a:r>
          <a:r>
            <a:rPr kumimoji="0" lang="en-US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 duplicate records</a:t>
          </a:r>
          <a:endParaRPr lang="en-IN" b="1" dirty="0">
            <a:solidFill>
              <a:schemeClr val="bg1"/>
            </a:solidFill>
            <a:latin typeface="+mn-lt"/>
          </a:endParaRPr>
        </a:p>
      </dgm:t>
    </dgm:pt>
    <dgm:pt modelId="{E28DF4BE-2AC5-4EBE-9C96-4FAAC2A76B37}" type="parTrans" cxnId="{C19F996B-6A3A-49B6-9E7E-09202589924C}">
      <dgm:prSet/>
      <dgm:spPr/>
      <dgm:t>
        <a:bodyPr/>
        <a:lstStyle/>
        <a:p>
          <a:endParaRPr lang="en-IN"/>
        </a:p>
      </dgm:t>
    </dgm:pt>
    <dgm:pt modelId="{EC34AD7B-5563-4A0C-A003-FAEB2639F9B3}" type="sibTrans" cxnId="{C19F996B-6A3A-49B6-9E7E-09202589924C}">
      <dgm:prSet/>
      <dgm:spPr/>
      <dgm:t>
        <a:bodyPr/>
        <a:lstStyle/>
        <a:p>
          <a:endParaRPr lang="en-IN"/>
        </a:p>
      </dgm:t>
    </dgm:pt>
    <dgm:pt modelId="{B343F5FD-3239-41A5-940A-5E39389D51C0}">
      <dgm:prSet phldrT="[Text]"/>
      <dgm:spPr/>
      <dgm:t>
        <a:bodyPr/>
        <a:lstStyle/>
        <a:p>
          <a:r>
            <a:rPr lang="en-GB" b="1" dirty="0" smtClean="0"/>
            <a:t>Created ride duration</a:t>
          </a:r>
          <a:endParaRPr lang="en-IN" b="1" dirty="0"/>
        </a:p>
      </dgm:t>
    </dgm:pt>
    <dgm:pt modelId="{5C1CC3F2-DB37-466D-B693-495A51062A30}" type="parTrans" cxnId="{9825DC4F-8D2E-40B7-B532-9B8E2C7F5592}">
      <dgm:prSet/>
      <dgm:spPr/>
      <dgm:t>
        <a:bodyPr/>
        <a:lstStyle/>
        <a:p>
          <a:endParaRPr lang="en-IN"/>
        </a:p>
      </dgm:t>
    </dgm:pt>
    <dgm:pt modelId="{FBB9B775-F33F-4755-BC39-FF78FD179BBC}" type="sibTrans" cxnId="{9825DC4F-8D2E-40B7-B532-9B8E2C7F5592}">
      <dgm:prSet/>
      <dgm:spPr/>
      <dgm:t>
        <a:bodyPr/>
        <a:lstStyle/>
        <a:p>
          <a:endParaRPr lang="en-IN"/>
        </a:p>
      </dgm:t>
    </dgm:pt>
    <dgm:pt modelId="{F0A7EB67-4EDF-494F-A4D6-565610662422}">
      <dgm:prSet phldrT="[Text]"/>
      <dgm:spPr/>
      <dgm:t>
        <a:bodyPr/>
        <a:lstStyle/>
        <a:p>
          <a:r>
            <a:rPr lang="en-GB" b="1" dirty="0" smtClean="0"/>
            <a:t>Checking Null Values</a:t>
          </a:r>
          <a:endParaRPr lang="en-IN" b="1" dirty="0"/>
        </a:p>
      </dgm:t>
    </dgm:pt>
    <dgm:pt modelId="{FC76CA10-96C7-4430-AB4F-8AF831EFEA47}" type="parTrans" cxnId="{946AF760-9C02-415E-A503-21E078664D3C}">
      <dgm:prSet/>
      <dgm:spPr/>
      <dgm:t>
        <a:bodyPr/>
        <a:lstStyle/>
        <a:p>
          <a:endParaRPr lang="en-IN"/>
        </a:p>
      </dgm:t>
    </dgm:pt>
    <dgm:pt modelId="{5ED8E1DF-9169-4C6C-947F-AB07FE692CEB}" type="sibTrans" cxnId="{946AF760-9C02-415E-A503-21E078664D3C}">
      <dgm:prSet/>
      <dgm:spPr/>
      <dgm:t>
        <a:bodyPr/>
        <a:lstStyle/>
        <a:p>
          <a:endParaRPr lang="en-IN"/>
        </a:p>
      </dgm:t>
    </dgm:pt>
    <dgm:pt modelId="{921DDC57-8DFE-4D29-98CF-84C7FB0638A8}">
      <dgm:prSet phldrT="[Text]"/>
      <dgm:spPr/>
      <dgm:t>
        <a:bodyPr/>
        <a:lstStyle/>
        <a:p>
          <a:r>
            <a:rPr lang="en-GB" b="1" dirty="0" smtClean="0"/>
            <a:t>Converted date columns</a:t>
          </a:r>
          <a:endParaRPr lang="en-IN" b="1" dirty="0"/>
        </a:p>
      </dgm:t>
    </dgm:pt>
    <dgm:pt modelId="{2563E06A-4C1E-417E-96F5-FB6FE168E855}" type="parTrans" cxnId="{F3B6DDB2-FF87-4CA8-A60B-770A996920E3}">
      <dgm:prSet/>
      <dgm:spPr/>
      <dgm:t>
        <a:bodyPr/>
        <a:lstStyle/>
        <a:p>
          <a:endParaRPr lang="en-IN"/>
        </a:p>
      </dgm:t>
    </dgm:pt>
    <dgm:pt modelId="{58BC95CF-C265-4212-8B95-683979CF2666}" type="sibTrans" cxnId="{F3B6DDB2-FF87-4CA8-A60B-770A996920E3}">
      <dgm:prSet/>
      <dgm:spPr/>
      <dgm:t>
        <a:bodyPr/>
        <a:lstStyle/>
        <a:p>
          <a:endParaRPr lang="en-IN"/>
        </a:p>
      </dgm:t>
    </dgm:pt>
    <dgm:pt modelId="{2E6D03DD-7F65-4CA8-9100-544AF0C66DD4}">
      <dgm:prSet phldrT="[Text]"/>
      <dgm:spPr/>
      <dgm:t>
        <a:bodyPr/>
        <a:lstStyle/>
        <a:p>
          <a:r>
            <a:rPr lang="en-GB" b="1" dirty="0" smtClean="0"/>
            <a:t>Removed invalid ride durations</a:t>
          </a:r>
          <a:endParaRPr lang="en-IN" b="1" dirty="0"/>
        </a:p>
      </dgm:t>
    </dgm:pt>
    <dgm:pt modelId="{3F4D5939-7C44-4070-94B5-BC9B1AA1B359}" type="parTrans" cxnId="{3B8B158D-B949-488A-A86B-98057E195195}">
      <dgm:prSet/>
      <dgm:spPr/>
      <dgm:t>
        <a:bodyPr/>
        <a:lstStyle/>
        <a:p>
          <a:endParaRPr lang="en-IN"/>
        </a:p>
      </dgm:t>
    </dgm:pt>
    <dgm:pt modelId="{27FDB34A-6DD3-49B7-9CB4-97EF0092B012}" type="sibTrans" cxnId="{3B8B158D-B949-488A-A86B-98057E195195}">
      <dgm:prSet/>
      <dgm:spPr/>
      <dgm:t>
        <a:bodyPr/>
        <a:lstStyle/>
        <a:p>
          <a:endParaRPr lang="en-IN"/>
        </a:p>
      </dgm:t>
    </dgm:pt>
    <dgm:pt modelId="{1EE6E8A6-2B73-4CE1-A34C-64312D397B2C}">
      <dgm:prSet phldrT="[Text]"/>
      <dgm:spPr/>
      <dgm:t>
        <a:bodyPr/>
        <a:lstStyle/>
        <a:p>
          <a:r>
            <a:rPr lang="en-GB" b="1" dirty="0" smtClean="0"/>
            <a:t>Removed 2024 records</a:t>
          </a:r>
          <a:endParaRPr lang="en-IN" b="1" dirty="0"/>
        </a:p>
      </dgm:t>
    </dgm:pt>
    <dgm:pt modelId="{77277B81-C1B4-427C-AF0F-E744F5D09104}" type="parTrans" cxnId="{0ACBB958-3A9C-432C-B2FD-1955B04F126E}">
      <dgm:prSet/>
      <dgm:spPr/>
      <dgm:t>
        <a:bodyPr/>
        <a:lstStyle/>
        <a:p>
          <a:endParaRPr lang="en-IN"/>
        </a:p>
      </dgm:t>
    </dgm:pt>
    <dgm:pt modelId="{3703CFE1-9453-4954-A1BA-85C82EB8044B}" type="sibTrans" cxnId="{0ACBB958-3A9C-432C-B2FD-1955B04F126E}">
      <dgm:prSet/>
      <dgm:spPr/>
      <dgm:t>
        <a:bodyPr/>
        <a:lstStyle/>
        <a:p>
          <a:endParaRPr lang="en-IN"/>
        </a:p>
      </dgm:t>
    </dgm:pt>
    <dgm:pt modelId="{C42828C4-332C-42F4-B5CA-9033B879F85B}">
      <dgm:prSet phldrT="[Text]"/>
      <dgm:spPr/>
      <dgm:t>
        <a:bodyPr/>
        <a:lstStyle/>
        <a:p>
          <a:r>
            <a:rPr lang="en-GB" b="1" dirty="0" smtClean="0"/>
            <a:t>Created Weekday and  monthly variables</a:t>
          </a:r>
          <a:endParaRPr lang="en-IN" b="1" dirty="0"/>
        </a:p>
      </dgm:t>
    </dgm:pt>
    <dgm:pt modelId="{4F26EF78-46C0-4B14-B291-E297C543E816}" type="parTrans" cxnId="{E263F4A1-6521-452D-A0CF-9B37C7F64582}">
      <dgm:prSet/>
      <dgm:spPr/>
      <dgm:t>
        <a:bodyPr/>
        <a:lstStyle/>
        <a:p>
          <a:endParaRPr lang="en-IN"/>
        </a:p>
      </dgm:t>
    </dgm:pt>
    <dgm:pt modelId="{5071D406-9AC3-4846-941E-BD036D2BF134}" type="sibTrans" cxnId="{E263F4A1-6521-452D-A0CF-9B37C7F64582}">
      <dgm:prSet/>
      <dgm:spPr/>
      <dgm:t>
        <a:bodyPr/>
        <a:lstStyle/>
        <a:p>
          <a:endParaRPr lang="en-IN"/>
        </a:p>
      </dgm:t>
    </dgm:pt>
    <dgm:pt modelId="{DCD584DB-C734-499C-915A-F2E38D253953}">
      <dgm:prSet phldrT="[Text]"/>
      <dgm:spPr/>
      <dgm:t>
        <a:bodyPr/>
        <a:lstStyle/>
        <a:p>
          <a:r>
            <a:rPr lang="en-GB" b="1" dirty="0" smtClean="0"/>
            <a:t>Created year column</a:t>
          </a:r>
          <a:endParaRPr lang="en-IN" b="1" dirty="0"/>
        </a:p>
      </dgm:t>
    </dgm:pt>
    <dgm:pt modelId="{EA6901CC-8B9E-4E19-8E52-9582D02E0FDC}" type="parTrans" cxnId="{A4111813-CE8A-45E6-94F6-9B45D7D21EB2}">
      <dgm:prSet/>
      <dgm:spPr/>
      <dgm:t>
        <a:bodyPr/>
        <a:lstStyle/>
        <a:p>
          <a:endParaRPr lang="en-IN"/>
        </a:p>
      </dgm:t>
    </dgm:pt>
    <dgm:pt modelId="{5155F928-B670-46D1-AB31-9D0E2DEB7DF8}" type="sibTrans" cxnId="{A4111813-CE8A-45E6-94F6-9B45D7D21EB2}">
      <dgm:prSet/>
      <dgm:spPr/>
      <dgm:t>
        <a:bodyPr/>
        <a:lstStyle/>
        <a:p>
          <a:endParaRPr lang="en-IN"/>
        </a:p>
      </dgm:t>
    </dgm:pt>
    <dgm:pt modelId="{A61D7E24-51AB-47A4-9B60-B0AFE1C9E23D}" type="pres">
      <dgm:prSet presAssocID="{BC8705B1-6337-4D71-8365-84363782586C}" presName="linear" presStyleCnt="0">
        <dgm:presLayoutVars>
          <dgm:dir/>
          <dgm:animLvl val="lvl"/>
          <dgm:resizeHandles val="exact"/>
        </dgm:presLayoutVars>
      </dgm:prSet>
      <dgm:spPr/>
    </dgm:pt>
    <dgm:pt modelId="{BB04054F-C21F-4E28-AC63-FC96E4EA9812}" type="pres">
      <dgm:prSet presAssocID="{2443DD41-174A-4BE2-BFF3-5C7B09E6CD3B}" presName="parentLin" presStyleCnt="0"/>
      <dgm:spPr/>
    </dgm:pt>
    <dgm:pt modelId="{CCC4C6E8-C050-407F-94B5-F4C9ED179EC6}" type="pres">
      <dgm:prSet presAssocID="{2443DD41-174A-4BE2-BFF3-5C7B09E6CD3B}" presName="parentLeftMargin" presStyleLbl="node1" presStyleIdx="0" presStyleCnt="9"/>
      <dgm:spPr/>
    </dgm:pt>
    <dgm:pt modelId="{EF353ABD-8A57-4ECD-B5D1-BC8D0B3364FE}" type="pres">
      <dgm:prSet presAssocID="{2443DD41-174A-4BE2-BFF3-5C7B09E6CD3B}" presName="parentText" presStyleLbl="node1" presStyleIdx="0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9430A83-DFB6-4831-9B7A-37D9013880A7}" type="pres">
      <dgm:prSet presAssocID="{2443DD41-174A-4BE2-BFF3-5C7B09E6CD3B}" presName="negativeSpace" presStyleCnt="0"/>
      <dgm:spPr/>
    </dgm:pt>
    <dgm:pt modelId="{8D48BD83-F274-410F-B51C-27646F1D2353}" type="pres">
      <dgm:prSet presAssocID="{2443DD41-174A-4BE2-BFF3-5C7B09E6CD3B}" presName="childText" presStyleLbl="conFgAcc1" presStyleIdx="0" presStyleCnt="9">
        <dgm:presLayoutVars>
          <dgm:bulletEnabled val="1"/>
        </dgm:presLayoutVars>
      </dgm:prSet>
      <dgm:spPr/>
    </dgm:pt>
    <dgm:pt modelId="{9F854C43-73C7-4347-9B03-64CDF2AF5B59}" type="pres">
      <dgm:prSet presAssocID="{6BDD4E67-7A35-4023-8262-B24AA27F8EEC}" presName="spaceBetweenRectangles" presStyleCnt="0"/>
      <dgm:spPr/>
    </dgm:pt>
    <dgm:pt modelId="{B9316696-E7FD-4573-9907-F65C74636F10}" type="pres">
      <dgm:prSet presAssocID="{3E5D9230-3DFE-409A-AF0A-D9DE93BB9F00}" presName="parentLin" presStyleCnt="0"/>
      <dgm:spPr/>
    </dgm:pt>
    <dgm:pt modelId="{B4A5FAD7-EB03-44F3-B133-0EDB01674C0C}" type="pres">
      <dgm:prSet presAssocID="{3E5D9230-3DFE-409A-AF0A-D9DE93BB9F00}" presName="parentLeftMargin" presStyleLbl="node1" presStyleIdx="0" presStyleCnt="9"/>
      <dgm:spPr/>
    </dgm:pt>
    <dgm:pt modelId="{4824E357-D5A5-47B1-87F4-375613774AEB}" type="pres">
      <dgm:prSet presAssocID="{3E5D9230-3DFE-409A-AF0A-D9DE93BB9F00}" presName="parentText" presStyleLbl="node1" presStyleIdx="1" presStyleCnt="9" custLinFactNeighborX="170" custLinFactNeighborY="2412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7D28CF77-8540-417C-867F-D8369B684352}" type="pres">
      <dgm:prSet presAssocID="{3E5D9230-3DFE-409A-AF0A-D9DE93BB9F00}" presName="negativeSpace" presStyleCnt="0"/>
      <dgm:spPr/>
    </dgm:pt>
    <dgm:pt modelId="{C502B742-2353-447E-B614-064575713D05}" type="pres">
      <dgm:prSet presAssocID="{3E5D9230-3DFE-409A-AF0A-D9DE93BB9F00}" presName="childText" presStyleLbl="conFgAcc1" presStyleIdx="1" presStyleCnt="9">
        <dgm:presLayoutVars>
          <dgm:bulletEnabled val="1"/>
        </dgm:presLayoutVars>
      </dgm:prSet>
      <dgm:spPr/>
    </dgm:pt>
    <dgm:pt modelId="{631C56AA-1B5C-49F4-9071-85159F842918}" type="pres">
      <dgm:prSet presAssocID="{EC34AD7B-5563-4A0C-A003-FAEB2639F9B3}" presName="spaceBetweenRectangles" presStyleCnt="0"/>
      <dgm:spPr/>
    </dgm:pt>
    <dgm:pt modelId="{D69545EE-0BDC-49CD-A16B-61A9FE3995C9}" type="pres">
      <dgm:prSet presAssocID="{F0A7EB67-4EDF-494F-A4D6-565610662422}" presName="parentLin" presStyleCnt="0"/>
      <dgm:spPr/>
    </dgm:pt>
    <dgm:pt modelId="{9390B6A3-C7FA-49F1-B57F-1CDA1DAB5706}" type="pres">
      <dgm:prSet presAssocID="{F0A7EB67-4EDF-494F-A4D6-565610662422}" presName="parentLeftMargin" presStyleLbl="node1" presStyleIdx="1" presStyleCnt="9"/>
      <dgm:spPr/>
    </dgm:pt>
    <dgm:pt modelId="{0A30394F-44FE-46D2-A4F8-36DFE3C24906}" type="pres">
      <dgm:prSet presAssocID="{F0A7EB67-4EDF-494F-A4D6-565610662422}" presName="parentText" presStyleLbl="node1" presStyleIdx="2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3881E9D-02F8-4F01-9CF8-F8A8FF39FA06}" type="pres">
      <dgm:prSet presAssocID="{F0A7EB67-4EDF-494F-A4D6-565610662422}" presName="negativeSpace" presStyleCnt="0"/>
      <dgm:spPr/>
    </dgm:pt>
    <dgm:pt modelId="{D4D3CECA-286F-4C7E-9929-3867DB12C64C}" type="pres">
      <dgm:prSet presAssocID="{F0A7EB67-4EDF-494F-A4D6-565610662422}" presName="childText" presStyleLbl="conFgAcc1" presStyleIdx="2" presStyleCnt="9">
        <dgm:presLayoutVars>
          <dgm:bulletEnabled val="1"/>
        </dgm:presLayoutVars>
      </dgm:prSet>
      <dgm:spPr/>
    </dgm:pt>
    <dgm:pt modelId="{4EC127ED-2AEC-4C8D-BA9B-4E3ED5FC6DDE}" type="pres">
      <dgm:prSet presAssocID="{5ED8E1DF-9169-4C6C-947F-AB07FE692CEB}" presName="spaceBetweenRectangles" presStyleCnt="0"/>
      <dgm:spPr/>
    </dgm:pt>
    <dgm:pt modelId="{CF1892E1-C8C0-4815-86FC-4E57EC7D8C15}" type="pres">
      <dgm:prSet presAssocID="{921DDC57-8DFE-4D29-98CF-84C7FB0638A8}" presName="parentLin" presStyleCnt="0"/>
      <dgm:spPr/>
    </dgm:pt>
    <dgm:pt modelId="{A4827213-B117-4D89-AABB-E72AC758E54F}" type="pres">
      <dgm:prSet presAssocID="{921DDC57-8DFE-4D29-98CF-84C7FB0638A8}" presName="parentLeftMargin" presStyleLbl="node1" presStyleIdx="2" presStyleCnt="9"/>
      <dgm:spPr/>
    </dgm:pt>
    <dgm:pt modelId="{92045227-8F0F-45F3-B337-5F7E767CBF1E}" type="pres">
      <dgm:prSet presAssocID="{921DDC57-8DFE-4D29-98CF-84C7FB0638A8}" presName="parentText" presStyleLbl="node1" presStyleIdx="3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DE479051-560F-43A6-AAA6-5F0D96BAEC17}" type="pres">
      <dgm:prSet presAssocID="{921DDC57-8DFE-4D29-98CF-84C7FB0638A8}" presName="negativeSpace" presStyleCnt="0"/>
      <dgm:spPr/>
    </dgm:pt>
    <dgm:pt modelId="{4C71D185-9D70-489B-B980-8C73DBF8863E}" type="pres">
      <dgm:prSet presAssocID="{921DDC57-8DFE-4D29-98CF-84C7FB0638A8}" presName="childText" presStyleLbl="conFgAcc1" presStyleIdx="3" presStyleCnt="9">
        <dgm:presLayoutVars>
          <dgm:bulletEnabled val="1"/>
        </dgm:presLayoutVars>
      </dgm:prSet>
      <dgm:spPr/>
    </dgm:pt>
    <dgm:pt modelId="{B9CD7991-D8EA-4E08-92E7-50A7A35A8E2D}" type="pres">
      <dgm:prSet presAssocID="{58BC95CF-C265-4212-8B95-683979CF2666}" presName="spaceBetweenRectangles" presStyleCnt="0"/>
      <dgm:spPr/>
    </dgm:pt>
    <dgm:pt modelId="{6968693B-403D-4898-B621-9D9702B5FAAE}" type="pres">
      <dgm:prSet presAssocID="{B343F5FD-3239-41A5-940A-5E39389D51C0}" presName="parentLin" presStyleCnt="0"/>
      <dgm:spPr/>
    </dgm:pt>
    <dgm:pt modelId="{F56A1940-D0E9-47B2-9232-53369E3FCF73}" type="pres">
      <dgm:prSet presAssocID="{B343F5FD-3239-41A5-940A-5E39389D51C0}" presName="parentLeftMargin" presStyleLbl="node1" presStyleIdx="3" presStyleCnt="9"/>
      <dgm:spPr/>
    </dgm:pt>
    <dgm:pt modelId="{35DFB1B6-53C4-4471-BECB-CDD661242D94}" type="pres">
      <dgm:prSet presAssocID="{B343F5FD-3239-41A5-940A-5E39389D51C0}" presName="parentText" presStyleLbl="node1" presStyleIdx="4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97E8590-0B0D-4CBD-ACBB-F88B84D764BD}" type="pres">
      <dgm:prSet presAssocID="{B343F5FD-3239-41A5-940A-5E39389D51C0}" presName="negativeSpace" presStyleCnt="0"/>
      <dgm:spPr/>
    </dgm:pt>
    <dgm:pt modelId="{6ED14899-D281-4DDC-A81D-BD9440BB3D10}" type="pres">
      <dgm:prSet presAssocID="{B343F5FD-3239-41A5-940A-5E39389D51C0}" presName="childText" presStyleLbl="conFgAcc1" presStyleIdx="4" presStyleCnt="9">
        <dgm:presLayoutVars>
          <dgm:bulletEnabled val="1"/>
        </dgm:presLayoutVars>
      </dgm:prSet>
      <dgm:spPr/>
    </dgm:pt>
    <dgm:pt modelId="{044A8CA9-6613-4658-9BFC-5478406990AB}" type="pres">
      <dgm:prSet presAssocID="{FBB9B775-F33F-4755-BC39-FF78FD179BBC}" presName="spaceBetweenRectangles" presStyleCnt="0"/>
      <dgm:spPr/>
    </dgm:pt>
    <dgm:pt modelId="{52C02717-6ADF-4C04-B9DE-62523E0C498D}" type="pres">
      <dgm:prSet presAssocID="{2E6D03DD-7F65-4CA8-9100-544AF0C66DD4}" presName="parentLin" presStyleCnt="0"/>
      <dgm:spPr/>
    </dgm:pt>
    <dgm:pt modelId="{193DC021-189E-4809-91C3-E0CB20453CC5}" type="pres">
      <dgm:prSet presAssocID="{2E6D03DD-7F65-4CA8-9100-544AF0C66DD4}" presName="parentLeftMargin" presStyleLbl="node1" presStyleIdx="4" presStyleCnt="9"/>
      <dgm:spPr/>
    </dgm:pt>
    <dgm:pt modelId="{836C0322-CE24-4434-BFFA-BDE1E52F39D5}" type="pres">
      <dgm:prSet presAssocID="{2E6D03DD-7F65-4CA8-9100-544AF0C66DD4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F0F742C7-1370-48ED-851B-5515843A3C5E}" type="pres">
      <dgm:prSet presAssocID="{2E6D03DD-7F65-4CA8-9100-544AF0C66DD4}" presName="negativeSpace" presStyleCnt="0"/>
      <dgm:spPr/>
    </dgm:pt>
    <dgm:pt modelId="{9B6D730C-9616-43A0-978D-69D3E8E5901C}" type="pres">
      <dgm:prSet presAssocID="{2E6D03DD-7F65-4CA8-9100-544AF0C66DD4}" presName="childText" presStyleLbl="conFgAcc1" presStyleIdx="5" presStyleCnt="9">
        <dgm:presLayoutVars>
          <dgm:bulletEnabled val="1"/>
        </dgm:presLayoutVars>
      </dgm:prSet>
      <dgm:spPr/>
    </dgm:pt>
    <dgm:pt modelId="{32571B94-8712-4CC1-91ED-20FBDAFAEFC4}" type="pres">
      <dgm:prSet presAssocID="{27FDB34A-6DD3-49B7-9CB4-97EF0092B012}" presName="spaceBetweenRectangles" presStyleCnt="0"/>
      <dgm:spPr/>
    </dgm:pt>
    <dgm:pt modelId="{C71D4819-6F5D-45F7-A9A4-716182C89988}" type="pres">
      <dgm:prSet presAssocID="{DCD584DB-C734-499C-915A-F2E38D253953}" presName="parentLin" presStyleCnt="0"/>
      <dgm:spPr/>
    </dgm:pt>
    <dgm:pt modelId="{2796B9CF-8F0A-4D0D-9DE9-CA177DA8ABAD}" type="pres">
      <dgm:prSet presAssocID="{DCD584DB-C734-499C-915A-F2E38D253953}" presName="parentLeftMargin" presStyleLbl="node1" presStyleIdx="5" presStyleCnt="9"/>
      <dgm:spPr/>
    </dgm:pt>
    <dgm:pt modelId="{FA798FFA-E8D7-4F1E-990D-9006515F6F6A}" type="pres">
      <dgm:prSet presAssocID="{DCD584DB-C734-499C-915A-F2E38D253953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87F4F234-FFC5-4270-947D-061F46EAB03C}" type="pres">
      <dgm:prSet presAssocID="{DCD584DB-C734-499C-915A-F2E38D253953}" presName="negativeSpace" presStyleCnt="0"/>
      <dgm:spPr/>
    </dgm:pt>
    <dgm:pt modelId="{F2D62927-3F49-4676-BEAB-F69D567BCAED}" type="pres">
      <dgm:prSet presAssocID="{DCD584DB-C734-499C-915A-F2E38D253953}" presName="childText" presStyleLbl="conFgAcc1" presStyleIdx="6" presStyleCnt="9">
        <dgm:presLayoutVars>
          <dgm:bulletEnabled val="1"/>
        </dgm:presLayoutVars>
      </dgm:prSet>
      <dgm:spPr/>
    </dgm:pt>
    <dgm:pt modelId="{2D37B162-2DBD-488A-BF5A-00006E2B77B4}" type="pres">
      <dgm:prSet presAssocID="{5155F928-B670-46D1-AB31-9D0E2DEB7DF8}" presName="spaceBetweenRectangles" presStyleCnt="0"/>
      <dgm:spPr/>
    </dgm:pt>
    <dgm:pt modelId="{5305C23A-A9F3-432C-BD50-84F37C5CD731}" type="pres">
      <dgm:prSet presAssocID="{1EE6E8A6-2B73-4CE1-A34C-64312D397B2C}" presName="parentLin" presStyleCnt="0"/>
      <dgm:spPr/>
    </dgm:pt>
    <dgm:pt modelId="{657959A1-E044-405D-A286-0FA7B5FED777}" type="pres">
      <dgm:prSet presAssocID="{1EE6E8A6-2B73-4CE1-A34C-64312D397B2C}" presName="parentLeftMargin" presStyleLbl="node1" presStyleIdx="6" presStyleCnt="9"/>
      <dgm:spPr/>
    </dgm:pt>
    <dgm:pt modelId="{C2288532-56AD-4C65-91E1-863FD67C01B2}" type="pres">
      <dgm:prSet presAssocID="{1EE6E8A6-2B73-4CE1-A34C-64312D397B2C}" presName="parentText" presStyleLbl="node1" presStyleIdx="7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3F2D7BD-4C49-4FFC-974E-547A91A82768}" type="pres">
      <dgm:prSet presAssocID="{1EE6E8A6-2B73-4CE1-A34C-64312D397B2C}" presName="negativeSpace" presStyleCnt="0"/>
      <dgm:spPr/>
    </dgm:pt>
    <dgm:pt modelId="{313DED08-F0E8-4ACC-933D-876FBC2700C7}" type="pres">
      <dgm:prSet presAssocID="{1EE6E8A6-2B73-4CE1-A34C-64312D397B2C}" presName="childText" presStyleLbl="conFgAcc1" presStyleIdx="7" presStyleCnt="9">
        <dgm:presLayoutVars>
          <dgm:bulletEnabled val="1"/>
        </dgm:presLayoutVars>
      </dgm:prSet>
      <dgm:spPr/>
    </dgm:pt>
    <dgm:pt modelId="{486D3CD4-48B7-4E1E-B9B1-E4071DCA4C90}" type="pres">
      <dgm:prSet presAssocID="{3703CFE1-9453-4954-A1BA-85C82EB8044B}" presName="spaceBetweenRectangles" presStyleCnt="0"/>
      <dgm:spPr/>
    </dgm:pt>
    <dgm:pt modelId="{360CC2AB-EC17-40F4-93FE-490F9D42264E}" type="pres">
      <dgm:prSet presAssocID="{C42828C4-332C-42F4-B5CA-9033B879F85B}" presName="parentLin" presStyleCnt="0"/>
      <dgm:spPr/>
    </dgm:pt>
    <dgm:pt modelId="{1A8626E4-914B-4EFE-93EF-B1FBBEED58A5}" type="pres">
      <dgm:prSet presAssocID="{C42828C4-332C-42F4-B5CA-9033B879F85B}" presName="parentLeftMargin" presStyleLbl="node1" presStyleIdx="7" presStyleCnt="9"/>
      <dgm:spPr/>
    </dgm:pt>
    <dgm:pt modelId="{9DC12B6A-53A2-4AF4-A02A-DBEA60E83FAA}" type="pres">
      <dgm:prSet presAssocID="{C42828C4-332C-42F4-B5CA-9033B879F85B}" presName="parentText" presStyleLbl="node1" presStyleIdx="8" presStyleCnt="9">
        <dgm:presLayoutVars>
          <dgm:chMax val="0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1AA4BE9-F719-4CD1-848B-D8F44145A60E}" type="pres">
      <dgm:prSet presAssocID="{C42828C4-332C-42F4-B5CA-9033B879F85B}" presName="negativeSpace" presStyleCnt="0"/>
      <dgm:spPr/>
    </dgm:pt>
    <dgm:pt modelId="{19BAEA42-DA4E-4761-A895-6CF4C97E8BA6}" type="pres">
      <dgm:prSet presAssocID="{C42828C4-332C-42F4-B5CA-9033B879F85B}" presName="childText" presStyleLbl="conFgAcc1" presStyleIdx="8" presStyleCnt="9">
        <dgm:presLayoutVars>
          <dgm:bulletEnabled val="1"/>
        </dgm:presLayoutVars>
      </dgm:prSet>
      <dgm:spPr/>
    </dgm:pt>
  </dgm:ptLst>
  <dgm:cxnLst>
    <dgm:cxn modelId="{48CE623B-F15E-44BB-8DCA-2A28352BBCEE}" type="presOf" srcId="{2E6D03DD-7F65-4CA8-9100-544AF0C66DD4}" destId="{836C0322-CE24-4434-BFFA-BDE1E52F39D5}" srcOrd="1" destOrd="0" presId="urn:microsoft.com/office/officeart/2005/8/layout/list1"/>
    <dgm:cxn modelId="{73ABCB9F-E112-4518-9A29-1CA06BB6AD2D}" type="presOf" srcId="{C42828C4-332C-42F4-B5CA-9033B879F85B}" destId="{9DC12B6A-53A2-4AF4-A02A-DBEA60E83FAA}" srcOrd="1" destOrd="0" presId="urn:microsoft.com/office/officeart/2005/8/layout/list1"/>
    <dgm:cxn modelId="{F0E21152-F021-4381-A799-E1F7EF63A590}" type="presOf" srcId="{921DDC57-8DFE-4D29-98CF-84C7FB0638A8}" destId="{A4827213-B117-4D89-AABB-E72AC758E54F}" srcOrd="0" destOrd="0" presId="urn:microsoft.com/office/officeart/2005/8/layout/list1"/>
    <dgm:cxn modelId="{8383B10C-74CC-47D1-8A8E-18B3DA561504}" type="presOf" srcId="{B343F5FD-3239-41A5-940A-5E39389D51C0}" destId="{F56A1940-D0E9-47B2-9232-53369E3FCF73}" srcOrd="0" destOrd="0" presId="urn:microsoft.com/office/officeart/2005/8/layout/list1"/>
    <dgm:cxn modelId="{A567D625-AA32-4070-BAAD-65A55BAE7E9F}" type="presOf" srcId="{F0A7EB67-4EDF-494F-A4D6-565610662422}" destId="{9390B6A3-C7FA-49F1-B57F-1CDA1DAB5706}" srcOrd="0" destOrd="0" presId="urn:microsoft.com/office/officeart/2005/8/layout/list1"/>
    <dgm:cxn modelId="{946AF760-9C02-415E-A503-21E078664D3C}" srcId="{BC8705B1-6337-4D71-8365-84363782586C}" destId="{F0A7EB67-4EDF-494F-A4D6-565610662422}" srcOrd="2" destOrd="0" parTransId="{FC76CA10-96C7-4430-AB4F-8AF831EFEA47}" sibTransId="{5ED8E1DF-9169-4C6C-947F-AB07FE692CEB}"/>
    <dgm:cxn modelId="{90582C66-0FAF-426E-B5FD-1AE41D574841}" type="presOf" srcId="{2443DD41-174A-4BE2-BFF3-5C7B09E6CD3B}" destId="{EF353ABD-8A57-4ECD-B5D1-BC8D0B3364FE}" srcOrd="1" destOrd="0" presId="urn:microsoft.com/office/officeart/2005/8/layout/list1"/>
    <dgm:cxn modelId="{653377C0-5618-4271-91B5-F60E4DAD53AE}" type="presOf" srcId="{DCD584DB-C734-499C-915A-F2E38D253953}" destId="{2796B9CF-8F0A-4D0D-9DE9-CA177DA8ABAD}" srcOrd="0" destOrd="0" presId="urn:microsoft.com/office/officeart/2005/8/layout/list1"/>
    <dgm:cxn modelId="{945FC5F8-62E8-4EBF-AC59-12E0CA3DD674}" srcId="{BC8705B1-6337-4D71-8365-84363782586C}" destId="{2443DD41-174A-4BE2-BFF3-5C7B09E6CD3B}" srcOrd="0" destOrd="0" parTransId="{1C01AB18-DBC3-4412-846D-B6FFA6B9F9EC}" sibTransId="{6BDD4E67-7A35-4023-8262-B24AA27F8EEC}"/>
    <dgm:cxn modelId="{A4111813-CE8A-45E6-94F6-9B45D7D21EB2}" srcId="{BC8705B1-6337-4D71-8365-84363782586C}" destId="{DCD584DB-C734-499C-915A-F2E38D253953}" srcOrd="6" destOrd="0" parTransId="{EA6901CC-8B9E-4E19-8E52-9582D02E0FDC}" sibTransId="{5155F928-B670-46D1-AB31-9D0E2DEB7DF8}"/>
    <dgm:cxn modelId="{C19F996B-6A3A-49B6-9E7E-09202589924C}" srcId="{BC8705B1-6337-4D71-8365-84363782586C}" destId="{3E5D9230-3DFE-409A-AF0A-D9DE93BB9F00}" srcOrd="1" destOrd="0" parTransId="{E28DF4BE-2AC5-4EBE-9C96-4FAAC2A76B37}" sibTransId="{EC34AD7B-5563-4A0C-A003-FAEB2639F9B3}"/>
    <dgm:cxn modelId="{E263F4A1-6521-452D-A0CF-9B37C7F64582}" srcId="{BC8705B1-6337-4D71-8365-84363782586C}" destId="{C42828C4-332C-42F4-B5CA-9033B879F85B}" srcOrd="8" destOrd="0" parTransId="{4F26EF78-46C0-4B14-B291-E297C543E816}" sibTransId="{5071D406-9AC3-4846-941E-BD036D2BF134}"/>
    <dgm:cxn modelId="{FC25D40F-CE92-4604-B745-1ADDA6BBE5DA}" type="presOf" srcId="{BC8705B1-6337-4D71-8365-84363782586C}" destId="{A61D7E24-51AB-47A4-9B60-B0AFE1C9E23D}" srcOrd="0" destOrd="0" presId="urn:microsoft.com/office/officeart/2005/8/layout/list1"/>
    <dgm:cxn modelId="{09F1BA36-F7AB-4562-9B4E-D8981931E51F}" type="presOf" srcId="{3E5D9230-3DFE-409A-AF0A-D9DE93BB9F00}" destId="{B4A5FAD7-EB03-44F3-B133-0EDB01674C0C}" srcOrd="0" destOrd="0" presId="urn:microsoft.com/office/officeart/2005/8/layout/list1"/>
    <dgm:cxn modelId="{3B8B158D-B949-488A-A86B-98057E195195}" srcId="{BC8705B1-6337-4D71-8365-84363782586C}" destId="{2E6D03DD-7F65-4CA8-9100-544AF0C66DD4}" srcOrd="5" destOrd="0" parTransId="{3F4D5939-7C44-4070-94B5-BC9B1AA1B359}" sibTransId="{27FDB34A-6DD3-49B7-9CB4-97EF0092B012}"/>
    <dgm:cxn modelId="{5D4365FE-895F-49AA-A605-573AD4FF4F6C}" type="presOf" srcId="{3E5D9230-3DFE-409A-AF0A-D9DE93BB9F00}" destId="{4824E357-D5A5-47B1-87F4-375613774AEB}" srcOrd="1" destOrd="0" presId="urn:microsoft.com/office/officeart/2005/8/layout/list1"/>
    <dgm:cxn modelId="{290796B3-8A47-4E7D-BADB-C482CBA6C34C}" type="presOf" srcId="{2E6D03DD-7F65-4CA8-9100-544AF0C66DD4}" destId="{193DC021-189E-4809-91C3-E0CB20453CC5}" srcOrd="0" destOrd="0" presId="urn:microsoft.com/office/officeart/2005/8/layout/list1"/>
    <dgm:cxn modelId="{1F582030-72D4-4E03-AA4D-0E2C3EE10DD6}" type="presOf" srcId="{DCD584DB-C734-499C-915A-F2E38D253953}" destId="{FA798FFA-E8D7-4F1E-990D-9006515F6F6A}" srcOrd="1" destOrd="0" presId="urn:microsoft.com/office/officeart/2005/8/layout/list1"/>
    <dgm:cxn modelId="{0ACBB958-3A9C-432C-B2FD-1955B04F126E}" srcId="{BC8705B1-6337-4D71-8365-84363782586C}" destId="{1EE6E8A6-2B73-4CE1-A34C-64312D397B2C}" srcOrd="7" destOrd="0" parTransId="{77277B81-C1B4-427C-AF0F-E744F5D09104}" sibTransId="{3703CFE1-9453-4954-A1BA-85C82EB8044B}"/>
    <dgm:cxn modelId="{4CF78977-24EE-429B-AF33-B93B17B626A3}" type="presOf" srcId="{921DDC57-8DFE-4D29-98CF-84C7FB0638A8}" destId="{92045227-8F0F-45F3-B337-5F7E767CBF1E}" srcOrd="1" destOrd="0" presId="urn:microsoft.com/office/officeart/2005/8/layout/list1"/>
    <dgm:cxn modelId="{FEFADD30-1123-41DD-A606-DFE827DE5D39}" type="presOf" srcId="{1EE6E8A6-2B73-4CE1-A34C-64312D397B2C}" destId="{C2288532-56AD-4C65-91E1-863FD67C01B2}" srcOrd="1" destOrd="0" presId="urn:microsoft.com/office/officeart/2005/8/layout/list1"/>
    <dgm:cxn modelId="{682223C9-417D-44FC-8DF7-A01DCF610F5A}" type="presOf" srcId="{F0A7EB67-4EDF-494F-A4D6-565610662422}" destId="{0A30394F-44FE-46D2-A4F8-36DFE3C24906}" srcOrd="1" destOrd="0" presId="urn:microsoft.com/office/officeart/2005/8/layout/list1"/>
    <dgm:cxn modelId="{222A0E8F-6E40-497E-BE9B-EBED88647233}" type="presOf" srcId="{1EE6E8A6-2B73-4CE1-A34C-64312D397B2C}" destId="{657959A1-E044-405D-A286-0FA7B5FED777}" srcOrd="0" destOrd="0" presId="urn:microsoft.com/office/officeart/2005/8/layout/list1"/>
    <dgm:cxn modelId="{9825DC4F-8D2E-40B7-B532-9B8E2C7F5592}" srcId="{BC8705B1-6337-4D71-8365-84363782586C}" destId="{B343F5FD-3239-41A5-940A-5E39389D51C0}" srcOrd="4" destOrd="0" parTransId="{5C1CC3F2-DB37-466D-B693-495A51062A30}" sibTransId="{FBB9B775-F33F-4755-BC39-FF78FD179BBC}"/>
    <dgm:cxn modelId="{DC391AE0-43BC-4176-A772-52A38D5456F3}" type="presOf" srcId="{2443DD41-174A-4BE2-BFF3-5C7B09E6CD3B}" destId="{CCC4C6E8-C050-407F-94B5-F4C9ED179EC6}" srcOrd="0" destOrd="0" presId="urn:microsoft.com/office/officeart/2005/8/layout/list1"/>
    <dgm:cxn modelId="{17185F94-D123-43A7-B4E9-F7A468FD7028}" type="presOf" srcId="{C42828C4-332C-42F4-B5CA-9033B879F85B}" destId="{1A8626E4-914B-4EFE-93EF-B1FBBEED58A5}" srcOrd="0" destOrd="0" presId="urn:microsoft.com/office/officeart/2005/8/layout/list1"/>
    <dgm:cxn modelId="{2DE22BA2-73B8-4E5F-9099-58A3AEEB1AD5}" type="presOf" srcId="{B343F5FD-3239-41A5-940A-5E39389D51C0}" destId="{35DFB1B6-53C4-4471-BECB-CDD661242D94}" srcOrd="1" destOrd="0" presId="urn:microsoft.com/office/officeart/2005/8/layout/list1"/>
    <dgm:cxn modelId="{F3B6DDB2-FF87-4CA8-A60B-770A996920E3}" srcId="{BC8705B1-6337-4D71-8365-84363782586C}" destId="{921DDC57-8DFE-4D29-98CF-84C7FB0638A8}" srcOrd="3" destOrd="0" parTransId="{2563E06A-4C1E-417E-96F5-FB6FE168E855}" sibTransId="{58BC95CF-C265-4212-8B95-683979CF2666}"/>
    <dgm:cxn modelId="{C779EFBC-CF7A-4B09-AFD0-1141872CF021}" type="presParOf" srcId="{A61D7E24-51AB-47A4-9B60-B0AFE1C9E23D}" destId="{BB04054F-C21F-4E28-AC63-FC96E4EA9812}" srcOrd="0" destOrd="0" presId="urn:microsoft.com/office/officeart/2005/8/layout/list1"/>
    <dgm:cxn modelId="{9BE8F054-B35E-483A-BD2C-CFE4042B3CEE}" type="presParOf" srcId="{BB04054F-C21F-4E28-AC63-FC96E4EA9812}" destId="{CCC4C6E8-C050-407F-94B5-F4C9ED179EC6}" srcOrd="0" destOrd="0" presId="urn:microsoft.com/office/officeart/2005/8/layout/list1"/>
    <dgm:cxn modelId="{AEA825A9-86D9-49F0-9660-F055D60FAE58}" type="presParOf" srcId="{BB04054F-C21F-4E28-AC63-FC96E4EA9812}" destId="{EF353ABD-8A57-4ECD-B5D1-BC8D0B3364FE}" srcOrd="1" destOrd="0" presId="urn:microsoft.com/office/officeart/2005/8/layout/list1"/>
    <dgm:cxn modelId="{579E8D31-C830-459E-8EA2-029EB01E2711}" type="presParOf" srcId="{A61D7E24-51AB-47A4-9B60-B0AFE1C9E23D}" destId="{39430A83-DFB6-4831-9B7A-37D9013880A7}" srcOrd="1" destOrd="0" presId="urn:microsoft.com/office/officeart/2005/8/layout/list1"/>
    <dgm:cxn modelId="{6A5A9CDD-1DF5-45D3-BE61-513C9F0C4A36}" type="presParOf" srcId="{A61D7E24-51AB-47A4-9B60-B0AFE1C9E23D}" destId="{8D48BD83-F274-410F-B51C-27646F1D2353}" srcOrd="2" destOrd="0" presId="urn:microsoft.com/office/officeart/2005/8/layout/list1"/>
    <dgm:cxn modelId="{30429BED-C9AD-475B-860E-D006E8367210}" type="presParOf" srcId="{A61D7E24-51AB-47A4-9B60-B0AFE1C9E23D}" destId="{9F854C43-73C7-4347-9B03-64CDF2AF5B59}" srcOrd="3" destOrd="0" presId="urn:microsoft.com/office/officeart/2005/8/layout/list1"/>
    <dgm:cxn modelId="{05781A2B-C550-494E-B7CD-2AFEFEB723BF}" type="presParOf" srcId="{A61D7E24-51AB-47A4-9B60-B0AFE1C9E23D}" destId="{B9316696-E7FD-4573-9907-F65C74636F10}" srcOrd="4" destOrd="0" presId="urn:microsoft.com/office/officeart/2005/8/layout/list1"/>
    <dgm:cxn modelId="{DF0724BA-140D-470B-85E7-AA939D1164DE}" type="presParOf" srcId="{B9316696-E7FD-4573-9907-F65C74636F10}" destId="{B4A5FAD7-EB03-44F3-B133-0EDB01674C0C}" srcOrd="0" destOrd="0" presId="urn:microsoft.com/office/officeart/2005/8/layout/list1"/>
    <dgm:cxn modelId="{A8B56706-5F03-48D2-8D68-2CB702DF47C8}" type="presParOf" srcId="{B9316696-E7FD-4573-9907-F65C74636F10}" destId="{4824E357-D5A5-47B1-87F4-375613774AEB}" srcOrd="1" destOrd="0" presId="urn:microsoft.com/office/officeart/2005/8/layout/list1"/>
    <dgm:cxn modelId="{8511F07C-9553-414C-961D-67ACAEA3F175}" type="presParOf" srcId="{A61D7E24-51AB-47A4-9B60-B0AFE1C9E23D}" destId="{7D28CF77-8540-417C-867F-D8369B684352}" srcOrd="5" destOrd="0" presId="urn:microsoft.com/office/officeart/2005/8/layout/list1"/>
    <dgm:cxn modelId="{9E7CDDD7-EC40-4583-9B32-E191DDF38307}" type="presParOf" srcId="{A61D7E24-51AB-47A4-9B60-B0AFE1C9E23D}" destId="{C502B742-2353-447E-B614-064575713D05}" srcOrd="6" destOrd="0" presId="urn:microsoft.com/office/officeart/2005/8/layout/list1"/>
    <dgm:cxn modelId="{01A3D439-DBFD-42AA-A3E7-103D2DD14DD1}" type="presParOf" srcId="{A61D7E24-51AB-47A4-9B60-B0AFE1C9E23D}" destId="{631C56AA-1B5C-49F4-9071-85159F842918}" srcOrd="7" destOrd="0" presId="urn:microsoft.com/office/officeart/2005/8/layout/list1"/>
    <dgm:cxn modelId="{5729A7BB-14B1-4B3B-9E58-26611C3F2F95}" type="presParOf" srcId="{A61D7E24-51AB-47A4-9B60-B0AFE1C9E23D}" destId="{D69545EE-0BDC-49CD-A16B-61A9FE3995C9}" srcOrd="8" destOrd="0" presId="urn:microsoft.com/office/officeart/2005/8/layout/list1"/>
    <dgm:cxn modelId="{685AAE9E-A67C-4282-ABB1-EDF4DB4354C0}" type="presParOf" srcId="{D69545EE-0BDC-49CD-A16B-61A9FE3995C9}" destId="{9390B6A3-C7FA-49F1-B57F-1CDA1DAB5706}" srcOrd="0" destOrd="0" presId="urn:microsoft.com/office/officeart/2005/8/layout/list1"/>
    <dgm:cxn modelId="{13420A1E-08C7-4283-A08D-0BC40B310AC1}" type="presParOf" srcId="{D69545EE-0BDC-49CD-A16B-61A9FE3995C9}" destId="{0A30394F-44FE-46D2-A4F8-36DFE3C24906}" srcOrd="1" destOrd="0" presId="urn:microsoft.com/office/officeart/2005/8/layout/list1"/>
    <dgm:cxn modelId="{420E6A1E-0644-4710-A145-5EDD2ECD80E5}" type="presParOf" srcId="{A61D7E24-51AB-47A4-9B60-B0AFE1C9E23D}" destId="{63881E9D-02F8-4F01-9CF8-F8A8FF39FA06}" srcOrd="9" destOrd="0" presId="urn:microsoft.com/office/officeart/2005/8/layout/list1"/>
    <dgm:cxn modelId="{97FA98AF-18A4-4CC0-9937-97D3FBF2260A}" type="presParOf" srcId="{A61D7E24-51AB-47A4-9B60-B0AFE1C9E23D}" destId="{D4D3CECA-286F-4C7E-9929-3867DB12C64C}" srcOrd="10" destOrd="0" presId="urn:microsoft.com/office/officeart/2005/8/layout/list1"/>
    <dgm:cxn modelId="{9CECFEF2-D9B8-4902-B90A-493149D42E9E}" type="presParOf" srcId="{A61D7E24-51AB-47A4-9B60-B0AFE1C9E23D}" destId="{4EC127ED-2AEC-4C8D-BA9B-4E3ED5FC6DDE}" srcOrd="11" destOrd="0" presId="urn:microsoft.com/office/officeart/2005/8/layout/list1"/>
    <dgm:cxn modelId="{C653238F-CC50-4C70-91F9-E17AB194BE90}" type="presParOf" srcId="{A61D7E24-51AB-47A4-9B60-B0AFE1C9E23D}" destId="{CF1892E1-C8C0-4815-86FC-4E57EC7D8C15}" srcOrd="12" destOrd="0" presId="urn:microsoft.com/office/officeart/2005/8/layout/list1"/>
    <dgm:cxn modelId="{DC877A5A-E599-43C6-92AC-A648EC660D29}" type="presParOf" srcId="{CF1892E1-C8C0-4815-86FC-4E57EC7D8C15}" destId="{A4827213-B117-4D89-AABB-E72AC758E54F}" srcOrd="0" destOrd="0" presId="urn:microsoft.com/office/officeart/2005/8/layout/list1"/>
    <dgm:cxn modelId="{2CC463ED-A566-4A5B-8EA9-A07338437C5B}" type="presParOf" srcId="{CF1892E1-C8C0-4815-86FC-4E57EC7D8C15}" destId="{92045227-8F0F-45F3-B337-5F7E767CBF1E}" srcOrd="1" destOrd="0" presId="urn:microsoft.com/office/officeart/2005/8/layout/list1"/>
    <dgm:cxn modelId="{DD748993-E1CB-4D7B-AE60-3CB5992EA25B}" type="presParOf" srcId="{A61D7E24-51AB-47A4-9B60-B0AFE1C9E23D}" destId="{DE479051-560F-43A6-AAA6-5F0D96BAEC17}" srcOrd="13" destOrd="0" presId="urn:microsoft.com/office/officeart/2005/8/layout/list1"/>
    <dgm:cxn modelId="{CCF186F8-6E2D-406A-AFBF-77AD4BEE7503}" type="presParOf" srcId="{A61D7E24-51AB-47A4-9B60-B0AFE1C9E23D}" destId="{4C71D185-9D70-489B-B980-8C73DBF8863E}" srcOrd="14" destOrd="0" presId="urn:microsoft.com/office/officeart/2005/8/layout/list1"/>
    <dgm:cxn modelId="{8FDBA8BB-389A-4D42-AEFE-FB47A8678197}" type="presParOf" srcId="{A61D7E24-51AB-47A4-9B60-B0AFE1C9E23D}" destId="{B9CD7991-D8EA-4E08-92E7-50A7A35A8E2D}" srcOrd="15" destOrd="0" presId="urn:microsoft.com/office/officeart/2005/8/layout/list1"/>
    <dgm:cxn modelId="{C3ACDAD2-6377-4647-A85E-9DC2DB793CD7}" type="presParOf" srcId="{A61D7E24-51AB-47A4-9B60-B0AFE1C9E23D}" destId="{6968693B-403D-4898-B621-9D9702B5FAAE}" srcOrd="16" destOrd="0" presId="urn:microsoft.com/office/officeart/2005/8/layout/list1"/>
    <dgm:cxn modelId="{3DBA97B3-5A9B-4CD5-BADA-3DA85B893416}" type="presParOf" srcId="{6968693B-403D-4898-B621-9D9702B5FAAE}" destId="{F56A1940-D0E9-47B2-9232-53369E3FCF73}" srcOrd="0" destOrd="0" presId="urn:microsoft.com/office/officeart/2005/8/layout/list1"/>
    <dgm:cxn modelId="{E0AC8769-AD0D-4A76-B9C1-35B91A7AE83A}" type="presParOf" srcId="{6968693B-403D-4898-B621-9D9702B5FAAE}" destId="{35DFB1B6-53C4-4471-BECB-CDD661242D94}" srcOrd="1" destOrd="0" presId="urn:microsoft.com/office/officeart/2005/8/layout/list1"/>
    <dgm:cxn modelId="{B8852759-5AD0-49A3-B542-5B25BAFD3D8B}" type="presParOf" srcId="{A61D7E24-51AB-47A4-9B60-B0AFE1C9E23D}" destId="{497E8590-0B0D-4CBD-ACBB-F88B84D764BD}" srcOrd="17" destOrd="0" presId="urn:microsoft.com/office/officeart/2005/8/layout/list1"/>
    <dgm:cxn modelId="{91375015-86F2-4C11-8ADD-941B692A450F}" type="presParOf" srcId="{A61D7E24-51AB-47A4-9B60-B0AFE1C9E23D}" destId="{6ED14899-D281-4DDC-A81D-BD9440BB3D10}" srcOrd="18" destOrd="0" presId="urn:microsoft.com/office/officeart/2005/8/layout/list1"/>
    <dgm:cxn modelId="{433A4F57-526A-45C3-8025-9D7E44178A7A}" type="presParOf" srcId="{A61D7E24-51AB-47A4-9B60-B0AFE1C9E23D}" destId="{044A8CA9-6613-4658-9BFC-5478406990AB}" srcOrd="19" destOrd="0" presId="urn:microsoft.com/office/officeart/2005/8/layout/list1"/>
    <dgm:cxn modelId="{05D98914-FC77-4E4C-9ADD-02B4D04CB941}" type="presParOf" srcId="{A61D7E24-51AB-47A4-9B60-B0AFE1C9E23D}" destId="{52C02717-6ADF-4C04-B9DE-62523E0C498D}" srcOrd="20" destOrd="0" presId="urn:microsoft.com/office/officeart/2005/8/layout/list1"/>
    <dgm:cxn modelId="{69D28247-8B95-4829-BE67-F84A59B3298F}" type="presParOf" srcId="{52C02717-6ADF-4C04-B9DE-62523E0C498D}" destId="{193DC021-189E-4809-91C3-E0CB20453CC5}" srcOrd="0" destOrd="0" presId="urn:microsoft.com/office/officeart/2005/8/layout/list1"/>
    <dgm:cxn modelId="{63F7A30B-010F-4259-B951-4FFAFE705D31}" type="presParOf" srcId="{52C02717-6ADF-4C04-B9DE-62523E0C498D}" destId="{836C0322-CE24-4434-BFFA-BDE1E52F39D5}" srcOrd="1" destOrd="0" presId="urn:microsoft.com/office/officeart/2005/8/layout/list1"/>
    <dgm:cxn modelId="{78D60316-88CD-49FC-B4B4-6CA877F90560}" type="presParOf" srcId="{A61D7E24-51AB-47A4-9B60-B0AFE1C9E23D}" destId="{F0F742C7-1370-48ED-851B-5515843A3C5E}" srcOrd="21" destOrd="0" presId="urn:microsoft.com/office/officeart/2005/8/layout/list1"/>
    <dgm:cxn modelId="{B50A2BD6-4C7B-48EE-BC68-7EEAFC749079}" type="presParOf" srcId="{A61D7E24-51AB-47A4-9B60-B0AFE1C9E23D}" destId="{9B6D730C-9616-43A0-978D-69D3E8E5901C}" srcOrd="22" destOrd="0" presId="urn:microsoft.com/office/officeart/2005/8/layout/list1"/>
    <dgm:cxn modelId="{229E7AAA-C093-42C0-9215-823A9C46FAD8}" type="presParOf" srcId="{A61D7E24-51AB-47A4-9B60-B0AFE1C9E23D}" destId="{32571B94-8712-4CC1-91ED-20FBDAFAEFC4}" srcOrd="23" destOrd="0" presId="urn:microsoft.com/office/officeart/2005/8/layout/list1"/>
    <dgm:cxn modelId="{DECDFD4B-0DBB-4C98-8732-44470B707B75}" type="presParOf" srcId="{A61D7E24-51AB-47A4-9B60-B0AFE1C9E23D}" destId="{C71D4819-6F5D-45F7-A9A4-716182C89988}" srcOrd="24" destOrd="0" presId="urn:microsoft.com/office/officeart/2005/8/layout/list1"/>
    <dgm:cxn modelId="{C57402CD-4D81-4D6F-8E80-9AF976399EBA}" type="presParOf" srcId="{C71D4819-6F5D-45F7-A9A4-716182C89988}" destId="{2796B9CF-8F0A-4D0D-9DE9-CA177DA8ABAD}" srcOrd="0" destOrd="0" presId="urn:microsoft.com/office/officeart/2005/8/layout/list1"/>
    <dgm:cxn modelId="{1F684FEF-77D6-498D-A427-798CC1772C7E}" type="presParOf" srcId="{C71D4819-6F5D-45F7-A9A4-716182C89988}" destId="{FA798FFA-E8D7-4F1E-990D-9006515F6F6A}" srcOrd="1" destOrd="0" presId="urn:microsoft.com/office/officeart/2005/8/layout/list1"/>
    <dgm:cxn modelId="{F6E62FDA-3746-4C3B-86C2-593D6B839FC1}" type="presParOf" srcId="{A61D7E24-51AB-47A4-9B60-B0AFE1C9E23D}" destId="{87F4F234-FFC5-4270-947D-061F46EAB03C}" srcOrd="25" destOrd="0" presId="urn:microsoft.com/office/officeart/2005/8/layout/list1"/>
    <dgm:cxn modelId="{67C425F8-E0C3-497D-BC80-79692402E764}" type="presParOf" srcId="{A61D7E24-51AB-47A4-9B60-B0AFE1C9E23D}" destId="{F2D62927-3F49-4676-BEAB-F69D567BCAED}" srcOrd="26" destOrd="0" presId="urn:microsoft.com/office/officeart/2005/8/layout/list1"/>
    <dgm:cxn modelId="{DF07FAE9-4797-4B86-98DD-0693647AC46E}" type="presParOf" srcId="{A61D7E24-51AB-47A4-9B60-B0AFE1C9E23D}" destId="{2D37B162-2DBD-488A-BF5A-00006E2B77B4}" srcOrd="27" destOrd="0" presId="urn:microsoft.com/office/officeart/2005/8/layout/list1"/>
    <dgm:cxn modelId="{ABF7756D-1E64-4E81-B125-093678998A91}" type="presParOf" srcId="{A61D7E24-51AB-47A4-9B60-B0AFE1C9E23D}" destId="{5305C23A-A9F3-432C-BD50-84F37C5CD731}" srcOrd="28" destOrd="0" presId="urn:microsoft.com/office/officeart/2005/8/layout/list1"/>
    <dgm:cxn modelId="{6DDDBB5D-AFEE-4170-80D5-DD659A7E53C7}" type="presParOf" srcId="{5305C23A-A9F3-432C-BD50-84F37C5CD731}" destId="{657959A1-E044-405D-A286-0FA7B5FED777}" srcOrd="0" destOrd="0" presId="urn:microsoft.com/office/officeart/2005/8/layout/list1"/>
    <dgm:cxn modelId="{0CD9EFF4-0CA1-4857-AA14-0741B30F46A7}" type="presParOf" srcId="{5305C23A-A9F3-432C-BD50-84F37C5CD731}" destId="{C2288532-56AD-4C65-91E1-863FD67C01B2}" srcOrd="1" destOrd="0" presId="urn:microsoft.com/office/officeart/2005/8/layout/list1"/>
    <dgm:cxn modelId="{FFF64F39-48D3-4400-B102-AB8185716934}" type="presParOf" srcId="{A61D7E24-51AB-47A4-9B60-B0AFE1C9E23D}" destId="{83F2D7BD-4C49-4FFC-974E-547A91A82768}" srcOrd="29" destOrd="0" presId="urn:microsoft.com/office/officeart/2005/8/layout/list1"/>
    <dgm:cxn modelId="{F1ACB53B-C661-4621-B5B5-F49A2A73B042}" type="presParOf" srcId="{A61D7E24-51AB-47A4-9B60-B0AFE1C9E23D}" destId="{313DED08-F0E8-4ACC-933D-876FBC2700C7}" srcOrd="30" destOrd="0" presId="urn:microsoft.com/office/officeart/2005/8/layout/list1"/>
    <dgm:cxn modelId="{10B322E0-BC08-4C69-997F-ACA071BBD563}" type="presParOf" srcId="{A61D7E24-51AB-47A4-9B60-B0AFE1C9E23D}" destId="{486D3CD4-48B7-4E1E-B9B1-E4071DCA4C90}" srcOrd="31" destOrd="0" presId="urn:microsoft.com/office/officeart/2005/8/layout/list1"/>
    <dgm:cxn modelId="{95694025-2131-4CFD-90FD-B79F40652B6F}" type="presParOf" srcId="{A61D7E24-51AB-47A4-9B60-B0AFE1C9E23D}" destId="{360CC2AB-EC17-40F4-93FE-490F9D42264E}" srcOrd="32" destOrd="0" presId="urn:microsoft.com/office/officeart/2005/8/layout/list1"/>
    <dgm:cxn modelId="{A5776899-DCD0-468D-A1CA-2AC20C8230BD}" type="presParOf" srcId="{360CC2AB-EC17-40F4-93FE-490F9D42264E}" destId="{1A8626E4-914B-4EFE-93EF-B1FBBEED58A5}" srcOrd="0" destOrd="0" presId="urn:microsoft.com/office/officeart/2005/8/layout/list1"/>
    <dgm:cxn modelId="{A6AB1E99-A426-4DC5-9BDB-26C30870B3F2}" type="presParOf" srcId="{360CC2AB-EC17-40F4-93FE-490F9D42264E}" destId="{9DC12B6A-53A2-4AF4-A02A-DBEA60E83FAA}" srcOrd="1" destOrd="0" presId="urn:microsoft.com/office/officeart/2005/8/layout/list1"/>
    <dgm:cxn modelId="{61837626-EA0B-445C-A53C-4A1B4B674B45}" type="presParOf" srcId="{A61D7E24-51AB-47A4-9B60-B0AFE1C9E23D}" destId="{41AA4BE9-F719-4CD1-848B-D8F44145A60E}" srcOrd="33" destOrd="0" presId="urn:microsoft.com/office/officeart/2005/8/layout/list1"/>
    <dgm:cxn modelId="{B07AB865-F4E7-42AF-B25E-117E8DBD422C}" type="presParOf" srcId="{A61D7E24-51AB-47A4-9B60-B0AFE1C9E23D}" destId="{19BAEA42-DA4E-4761-A895-6CF4C97E8BA6}" srcOrd="34" destOrd="0" presId="urn:microsoft.com/office/officeart/2005/8/layout/list1"/>
  </dgm:cxnLst>
  <dgm:bg/>
  <dgm:whole>
    <a:ln>
      <a:solidFill>
        <a:srgbClr val="FFFFCC"/>
      </a:solidFill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48BD83-F274-410F-B51C-27646F1D2353}">
      <dsp:nvSpPr>
        <dsp:cNvPr id="0" name=""/>
        <dsp:cNvSpPr/>
      </dsp:nvSpPr>
      <dsp:spPr>
        <a:xfrm>
          <a:off x="0" y="81520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353ABD-8A57-4ECD-B5D1-BC8D0B3364FE}">
      <dsp:nvSpPr>
        <dsp:cNvPr id="0" name=""/>
        <dsp:cNvSpPr/>
      </dsp:nvSpPr>
      <dsp:spPr>
        <a:xfrm>
          <a:off x="252571" y="63808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1200" b="1" i="0" u="none" strike="noStrike" kern="1200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Imported and combined trip data files</a:t>
          </a:r>
          <a:endParaRPr lang="en-IN" sz="1200" b="1" kern="1200" dirty="0">
            <a:solidFill>
              <a:schemeClr val="bg1"/>
            </a:solidFill>
            <a:latin typeface="+mn-lt"/>
          </a:endParaRPr>
        </a:p>
      </dsp:txBody>
      <dsp:txXfrm>
        <a:off x="269864" y="655374"/>
        <a:ext cx="3501421" cy="319654"/>
      </dsp:txXfrm>
    </dsp:sp>
    <dsp:sp modelId="{C502B742-2353-447E-B614-064575713D05}">
      <dsp:nvSpPr>
        <dsp:cNvPr id="0" name=""/>
        <dsp:cNvSpPr/>
      </dsp:nvSpPr>
      <dsp:spPr>
        <a:xfrm>
          <a:off x="0" y="135952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24E357-D5A5-47B1-87F4-375613774AEB}">
      <dsp:nvSpPr>
        <dsp:cNvPr id="0" name=""/>
        <dsp:cNvSpPr/>
      </dsp:nvSpPr>
      <dsp:spPr>
        <a:xfrm>
          <a:off x="253001" y="1190945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kumimoji="0" lang="en-US" sz="1200" b="1" i="0" u="none" strike="noStrike" kern="1200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  <a:cs typeface="Calibri" panose="020F0502020204030204" pitchFamily="34" charset="0"/>
            </a:rPr>
            <a:t>Removed</a:t>
          </a:r>
          <a:r>
            <a:rPr kumimoji="0" lang="en-US" sz="1200" b="1" i="0" u="none" strike="noStrike" kern="1200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+mn-lt"/>
            </a:rPr>
            <a:t> duplicate records</a:t>
          </a:r>
          <a:endParaRPr lang="en-IN" sz="1200" b="1" kern="1200" dirty="0">
            <a:solidFill>
              <a:schemeClr val="bg1"/>
            </a:solidFill>
            <a:latin typeface="+mn-lt"/>
          </a:endParaRPr>
        </a:p>
      </dsp:txBody>
      <dsp:txXfrm>
        <a:off x="270294" y="1208238"/>
        <a:ext cx="3501421" cy="319654"/>
      </dsp:txXfrm>
    </dsp:sp>
    <dsp:sp modelId="{D4D3CECA-286F-4C7E-9929-3867DB12C64C}">
      <dsp:nvSpPr>
        <dsp:cNvPr id="0" name=""/>
        <dsp:cNvSpPr/>
      </dsp:nvSpPr>
      <dsp:spPr>
        <a:xfrm>
          <a:off x="0" y="190384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30394F-44FE-46D2-A4F8-36DFE3C24906}">
      <dsp:nvSpPr>
        <dsp:cNvPr id="0" name=""/>
        <dsp:cNvSpPr/>
      </dsp:nvSpPr>
      <dsp:spPr>
        <a:xfrm>
          <a:off x="252571" y="172672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Checking Null Values</a:t>
          </a:r>
          <a:endParaRPr lang="en-IN" sz="1200" b="1" kern="1200" dirty="0"/>
        </a:p>
      </dsp:txBody>
      <dsp:txXfrm>
        <a:off x="269864" y="1744014"/>
        <a:ext cx="3501421" cy="319654"/>
      </dsp:txXfrm>
    </dsp:sp>
    <dsp:sp modelId="{4C71D185-9D70-489B-B980-8C73DBF8863E}">
      <dsp:nvSpPr>
        <dsp:cNvPr id="0" name=""/>
        <dsp:cNvSpPr/>
      </dsp:nvSpPr>
      <dsp:spPr>
        <a:xfrm>
          <a:off x="0" y="244816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045227-8F0F-45F3-B337-5F7E767CBF1E}">
      <dsp:nvSpPr>
        <dsp:cNvPr id="0" name=""/>
        <dsp:cNvSpPr/>
      </dsp:nvSpPr>
      <dsp:spPr>
        <a:xfrm>
          <a:off x="252571" y="227104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Converted date columns</a:t>
          </a:r>
          <a:endParaRPr lang="en-IN" sz="1200" b="1" kern="1200" dirty="0"/>
        </a:p>
      </dsp:txBody>
      <dsp:txXfrm>
        <a:off x="269864" y="2288334"/>
        <a:ext cx="3501421" cy="319654"/>
      </dsp:txXfrm>
    </dsp:sp>
    <dsp:sp modelId="{6ED14899-D281-4DDC-A81D-BD9440BB3D10}">
      <dsp:nvSpPr>
        <dsp:cNvPr id="0" name=""/>
        <dsp:cNvSpPr/>
      </dsp:nvSpPr>
      <dsp:spPr>
        <a:xfrm>
          <a:off x="0" y="299248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DFB1B6-53C4-4471-BECB-CDD661242D94}">
      <dsp:nvSpPr>
        <dsp:cNvPr id="0" name=""/>
        <dsp:cNvSpPr/>
      </dsp:nvSpPr>
      <dsp:spPr>
        <a:xfrm>
          <a:off x="252571" y="281536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Created ride duration</a:t>
          </a:r>
          <a:endParaRPr lang="en-IN" sz="1200" b="1" kern="1200" dirty="0"/>
        </a:p>
      </dsp:txBody>
      <dsp:txXfrm>
        <a:off x="269864" y="2832654"/>
        <a:ext cx="3501421" cy="319654"/>
      </dsp:txXfrm>
    </dsp:sp>
    <dsp:sp modelId="{9B6D730C-9616-43A0-978D-69D3E8E5901C}">
      <dsp:nvSpPr>
        <dsp:cNvPr id="0" name=""/>
        <dsp:cNvSpPr/>
      </dsp:nvSpPr>
      <dsp:spPr>
        <a:xfrm>
          <a:off x="0" y="353680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6C0322-CE24-4434-BFFA-BDE1E52F39D5}">
      <dsp:nvSpPr>
        <dsp:cNvPr id="0" name=""/>
        <dsp:cNvSpPr/>
      </dsp:nvSpPr>
      <dsp:spPr>
        <a:xfrm>
          <a:off x="252571" y="335968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Removed invalid ride durations</a:t>
          </a:r>
          <a:endParaRPr lang="en-IN" sz="1200" b="1" kern="1200" dirty="0"/>
        </a:p>
      </dsp:txBody>
      <dsp:txXfrm>
        <a:off x="269864" y="3376974"/>
        <a:ext cx="3501421" cy="319654"/>
      </dsp:txXfrm>
    </dsp:sp>
    <dsp:sp modelId="{F2D62927-3F49-4676-BEAB-F69D567BCAED}">
      <dsp:nvSpPr>
        <dsp:cNvPr id="0" name=""/>
        <dsp:cNvSpPr/>
      </dsp:nvSpPr>
      <dsp:spPr>
        <a:xfrm>
          <a:off x="0" y="408112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798FFA-E8D7-4F1E-990D-9006515F6F6A}">
      <dsp:nvSpPr>
        <dsp:cNvPr id="0" name=""/>
        <dsp:cNvSpPr/>
      </dsp:nvSpPr>
      <dsp:spPr>
        <a:xfrm>
          <a:off x="252571" y="390400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Created year column</a:t>
          </a:r>
          <a:endParaRPr lang="en-IN" sz="1200" b="1" kern="1200" dirty="0"/>
        </a:p>
      </dsp:txBody>
      <dsp:txXfrm>
        <a:off x="269864" y="3921294"/>
        <a:ext cx="3501421" cy="319654"/>
      </dsp:txXfrm>
    </dsp:sp>
    <dsp:sp modelId="{313DED08-F0E8-4ACC-933D-876FBC2700C7}">
      <dsp:nvSpPr>
        <dsp:cNvPr id="0" name=""/>
        <dsp:cNvSpPr/>
      </dsp:nvSpPr>
      <dsp:spPr>
        <a:xfrm>
          <a:off x="0" y="462544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288532-56AD-4C65-91E1-863FD67C01B2}">
      <dsp:nvSpPr>
        <dsp:cNvPr id="0" name=""/>
        <dsp:cNvSpPr/>
      </dsp:nvSpPr>
      <dsp:spPr>
        <a:xfrm>
          <a:off x="252571" y="444832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Removed 2024 records</a:t>
          </a:r>
          <a:endParaRPr lang="en-IN" sz="1200" b="1" kern="1200" dirty="0"/>
        </a:p>
      </dsp:txBody>
      <dsp:txXfrm>
        <a:off x="269864" y="4465614"/>
        <a:ext cx="3501421" cy="319654"/>
      </dsp:txXfrm>
    </dsp:sp>
    <dsp:sp modelId="{19BAEA42-DA4E-4761-A895-6CF4C97E8BA6}">
      <dsp:nvSpPr>
        <dsp:cNvPr id="0" name=""/>
        <dsp:cNvSpPr/>
      </dsp:nvSpPr>
      <dsp:spPr>
        <a:xfrm>
          <a:off x="0" y="5169761"/>
          <a:ext cx="5051438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C12B6A-53A2-4AF4-A02A-DBEA60E83FAA}">
      <dsp:nvSpPr>
        <dsp:cNvPr id="0" name=""/>
        <dsp:cNvSpPr/>
      </dsp:nvSpPr>
      <dsp:spPr>
        <a:xfrm>
          <a:off x="252571" y="4992641"/>
          <a:ext cx="3536007" cy="354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653" tIns="0" rIns="133653" bIns="0" numCol="1" spcCol="1270" anchor="ctr" anchorCtr="0">
          <a:noAutofit/>
        </a:bodyPr>
        <a:lstStyle/>
        <a:p>
          <a:pPr lvl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200" b="1" kern="1200" dirty="0" smtClean="0"/>
            <a:t>Created Weekday and  monthly variables</a:t>
          </a:r>
          <a:endParaRPr lang="en-IN" sz="1200" b="1" kern="1200" dirty="0"/>
        </a:p>
      </dsp:txBody>
      <dsp:txXfrm>
        <a:off x="269864" y="5009934"/>
        <a:ext cx="3501421" cy="3196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41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325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54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653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629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86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962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73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618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08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079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7241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84251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857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613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68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2D5BDB-5723-40C4-8A50-6BC2FC9415B4}" type="datetimeFigureOut">
              <a:rPr lang="en-IN" smtClean="0"/>
              <a:t>25-06-2026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EA4233-D381-4779-B3A7-29093CF82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653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6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5" Type="http://schemas.openxmlformats.org/officeDocument/2006/relationships/slide" Target="slide1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Relationship Id="rId1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5209" y="1741851"/>
            <a:ext cx="8915399" cy="2262781"/>
          </a:xfrm>
        </p:spPr>
        <p:txBody>
          <a:bodyPr>
            <a:normAutofit/>
          </a:bodyPr>
          <a:lstStyle/>
          <a:p>
            <a:pPr algn="ctr"/>
            <a:r>
              <a:rPr lang="en-IN" sz="4000" dirty="0" smtClean="0">
                <a:latin typeface="+mn-lt"/>
              </a:rPr>
              <a:t>Cyclistic Bike-Share Analysis Report (2025-2026)</a:t>
            </a:r>
            <a:endParaRPr lang="en-IN" sz="40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0075" y="4486543"/>
            <a:ext cx="9983461" cy="1444239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pPr algn="ctr"/>
            <a:r>
              <a:rPr lang="en-GB" sz="2000" u="sng" dirty="0" smtClean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(Google Data Analytics Capstone Project)</a:t>
            </a:r>
          </a:p>
          <a:p>
            <a:pPr algn="r"/>
            <a:r>
              <a:rPr lang="en-GB" sz="2000" b="1" dirty="0" err="1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Achala</a:t>
            </a:r>
            <a:r>
              <a:rPr lang="en-GB" sz="2000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Jain</a:t>
            </a:r>
          </a:p>
          <a:p>
            <a:pPr algn="r"/>
            <a:r>
              <a:rPr lang="en-GB" sz="2000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26.06.2026</a:t>
            </a:r>
            <a:endParaRPr lang="en-IN" sz="2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363199" y="4486543"/>
            <a:ext cx="2264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Prepared By</a:t>
            </a:r>
            <a:endParaRPr lang="en-IN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68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08262" y="410198"/>
            <a:ext cx="9272187" cy="61555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Table of contents</a:t>
            </a:r>
            <a:r>
              <a:rPr lang="en-GB" sz="2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:-</a:t>
            </a:r>
          </a:p>
          <a:p>
            <a:endParaRPr lang="en-GB" sz="2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2" action="ppaction://hlinksldjump"/>
              </a:rPr>
              <a:t>Business Task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3" action="ppaction://hlinksldjump"/>
              </a:rPr>
              <a:t>Data Sources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4" action="ppaction://hlinksldjump"/>
              </a:rPr>
              <a:t>Data Cleaning and Preparation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</a:rPr>
              <a:t>Data Analysis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5" action="ppaction://hlinksldjump"/>
              </a:rPr>
              <a:t>Ride Count Analysis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6" action="ppaction://hlinksldjump"/>
              </a:rPr>
              <a:t>Average Ride Duration Analysis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7" action="ppaction://hlinksldjump"/>
              </a:rPr>
              <a:t>Weekly Usage Analysis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8" action="ppaction://hlinksldjump"/>
              </a:rPr>
              <a:t>Monthly Usage Analysis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  <a:hlinkClick r:id="rId9" action="ppaction://hlinksldjump"/>
              </a:rPr>
              <a:t>Hourly Usage Analysis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10" action="ppaction://hlinksldjump"/>
              </a:rPr>
              <a:t>Bike Type Analysis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  <a:hlinkClick r:id="rId11" action="ppaction://hlinksldjump"/>
              </a:rPr>
              <a:t>Top Casual Station Analysis</a:t>
            </a:r>
            <a:endParaRPr lang="en-GB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12" action="ppaction://hlinksldjump"/>
              </a:rPr>
              <a:t>Member </a:t>
            </a:r>
            <a:r>
              <a:rPr lang="en-IN" dirty="0" err="1" smtClean="0">
                <a:latin typeface="Calibri" panose="020F0502020204030204" pitchFamily="34" charset="0"/>
                <a:cs typeface="Calibri" panose="020F0502020204030204" pitchFamily="34" charset="0"/>
                <a:hlinkClick r:id="rId12" action="ppaction://hlinksldjump"/>
              </a:rPr>
              <a:t>vs</a:t>
            </a: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12" action="ppaction://hlinksldjump"/>
              </a:rPr>
              <a:t> Casual Comparison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13" action="ppaction://hlinksldjump"/>
              </a:rPr>
              <a:t>Key Findings 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14" action="ppaction://hlinksldjump"/>
              </a:rPr>
              <a:t>Recommendations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15" action="ppaction://hlinksldjump"/>
              </a:rPr>
              <a:t>Conclusion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smtClean="0">
                <a:latin typeface="Calibri" panose="020F0502020204030204" pitchFamily="34" charset="0"/>
                <a:cs typeface="Calibri" panose="020F0502020204030204" pitchFamily="34" charset="0"/>
                <a:hlinkClick r:id="rId16" action="ppaction://hlinksldjump"/>
              </a:rPr>
              <a:t>References</a:t>
            </a:r>
            <a:endParaRPr lang="en-IN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IN" sz="16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GB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148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30453" y="435835"/>
            <a:ext cx="8007409" cy="52322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Business Problem</a:t>
            </a:r>
            <a:endParaRPr lang="en-IN" sz="2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230453" y="4400317"/>
            <a:ext cx="8007409" cy="5232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 smtClean="0"/>
              <a:t>Business Objective</a:t>
            </a:r>
            <a:endParaRPr lang="en-IN" sz="2800" b="1" dirty="0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700612" y="1098545"/>
            <a:ext cx="1008845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Annual members are more profitable than casual riders.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Cyclistic wants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increase annual memberships.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company needs to understand differences in rider behavior before designing marketing campaigns. 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2230452" y="4923537"/>
            <a:ext cx="80074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Identify behavioral differences between casual riders and annual members.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Provide data-driven recommendations to help 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convert casual riders into annual members. </a:t>
            </a:r>
          </a:p>
        </p:txBody>
      </p:sp>
    </p:spTree>
    <p:extLst>
      <p:ext uri="{BB962C8B-B14F-4D97-AF65-F5344CB8AC3E}">
        <p14:creationId xmlns:p14="http://schemas.microsoft.com/office/powerpoint/2010/main" val="1357852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0433" y="1126863"/>
            <a:ext cx="85714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Cyclistic historical bike trip data provided as part of the Google Data Analytics Professional Certificate Case Study.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0" y="2684168"/>
            <a:ext cx="850306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Ride 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Ride start and end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Rider type (member/casual)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Bike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Station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760434" y="607491"/>
            <a:ext cx="8571431" cy="40011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GB" sz="2000" dirty="0"/>
              <a:t>Data Source</a:t>
            </a:r>
            <a:endParaRPr lang="en-IN" sz="2000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1828800" y="5017245"/>
            <a:ext cx="850306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Tableau Desktop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 Programming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Microsoft PowerPoint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0433" y="2130170"/>
            <a:ext cx="8571431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GB" sz="2000" dirty="0"/>
              <a:t>Data Contents</a:t>
            </a:r>
            <a:endParaRPr lang="en-IN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0" y="4438494"/>
            <a:ext cx="8503064" cy="40011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 b="1"/>
            </a:lvl1pPr>
          </a:lstStyle>
          <a:p>
            <a:r>
              <a:rPr lang="en-GB" sz="2000" dirty="0"/>
              <a:t>Tools Used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46356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ontent Placeholder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9617882"/>
              </p:ext>
            </p:extLst>
          </p:nvPr>
        </p:nvGraphicFramePr>
        <p:xfrm>
          <a:off x="6323013" y="350377"/>
          <a:ext cx="5051439" cy="6110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48420" y="2873095"/>
            <a:ext cx="3505199" cy="976312"/>
          </a:xfrm>
          <a:solidFill>
            <a:srgbClr val="FFC000"/>
          </a:solidFill>
          <a:ln>
            <a:solidFill>
              <a:srgbClr val="FF7C80"/>
            </a:solidFill>
          </a:ln>
        </p:spPr>
        <p:txBody>
          <a:bodyPr>
            <a:normAutofit/>
          </a:bodyPr>
          <a:lstStyle/>
          <a:p>
            <a:r>
              <a:rPr lang="en-IN" dirty="0">
                <a:latin typeface="Calibri" panose="020F0502020204030204" pitchFamily="34" charset="0"/>
                <a:cs typeface="Calibri" panose="020F0502020204030204" pitchFamily="34" charset="0"/>
              </a:rPr>
              <a:t>Data Cleaning and Preparation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4683095" y="3050849"/>
            <a:ext cx="940038" cy="6152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87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816" y="480271"/>
            <a:ext cx="3505199" cy="976312"/>
          </a:xfrm>
          <a:solidFill>
            <a:srgbClr val="00B0F0"/>
          </a:solidFill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Ride Count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68816" y="1456583"/>
            <a:ext cx="3505199" cy="4430104"/>
          </a:xfrm>
          <a:solidFill>
            <a:schemeClr val="bg2">
              <a:lumMod val="90000"/>
            </a:schemeClr>
          </a:solidFill>
          <a:ln>
            <a:solidFill>
              <a:srgbClr val="00B0F0"/>
            </a:solidFill>
          </a:ln>
        </p:spPr>
        <p:txBody>
          <a:bodyPr>
            <a:normAutofit/>
          </a:bodyPr>
          <a:lstStyle/>
          <a:p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Insight:</a:t>
            </a:r>
          </a:p>
          <a:p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Annual members generated more rides than casual riders</a:t>
            </a:r>
            <a:r>
              <a:rPr lang="en-GB" sz="1800" dirty="0" smtClean="0"/>
              <a:t>.</a:t>
            </a:r>
          </a:p>
          <a:p>
            <a:endParaRPr lang="en-GB" sz="1800" dirty="0" smtClean="0"/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Business </a:t>
            </a:r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Interpretation:</a:t>
            </a:r>
          </a:p>
          <a:p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Members use Cyclistic as a regular transportation option.</a:t>
            </a:r>
            <a:endParaRPr lang="en-IN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584" y="480271"/>
            <a:ext cx="6299803" cy="5408658"/>
          </a:xfrm>
        </p:spPr>
      </p:pic>
      <p:sp>
        <p:nvSpPr>
          <p:cNvPr id="10" name="TextBox 9"/>
          <p:cNvSpPr txBox="1"/>
          <p:nvPr/>
        </p:nvSpPr>
        <p:spPr>
          <a:xfrm>
            <a:off x="9520015" y="480271"/>
            <a:ext cx="240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2025-May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65398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7361" y="588667"/>
            <a:ext cx="3505199" cy="976312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pPr algn="ctr"/>
            <a:r>
              <a:rPr lang="en-IN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Average Ride </a:t>
            </a:r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Length Analysis</a:t>
            </a:r>
          </a:p>
        </p:txBody>
      </p:sp>
      <p:pic>
        <p:nvPicPr>
          <p:cNvPr id="11" name="Content Placeholder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8263" y="588668"/>
            <a:ext cx="6601308" cy="5349294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77361" y="1564979"/>
            <a:ext cx="3505199" cy="4372982"/>
          </a:xfrm>
          <a:solidFill>
            <a:schemeClr val="accent2">
              <a:lumMod val="40000"/>
              <a:lumOff val="60000"/>
            </a:schemeClr>
          </a:solidFill>
          <a:ln>
            <a:solidFill>
              <a:srgbClr val="FF7C80"/>
            </a:solidFill>
          </a:ln>
        </p:spPr>
        <p:txBody>
          <a:bodyPr/>
          <a:lstStyle/>
          <a:p>
            <a:r>
              <a:rPr lang="en-IN" sz="1800" b="1" dirty="0" smtClean="0"/>
              <a:t>Insight:</a:t>
            </a:r>
          </a:p>
          <a:p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Casual riders recorded longer average ride durations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GB" dirty="0" smtClean="0"/>
          </a:p>
          <a:p>
            <a:r>
              <a:rPr lang="en-IN" sz="1800" b="1" dirty="0"/>
              <a:t>Business Interpretation:</a:t>
            </a:r>
          </a:p>
          <a:p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Casual riders primarily use bikes for leisure and recreational activities.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77286" y="588667"/>
            <a:ext cx="240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2025-May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277708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8996" y="511702"/>
            <a:ext cx="3505199" cy="976312"/>
          </a:xfrm>
          <a:solidFill>
            <a:srgbClr val="66CCFF"/>
          </a:solidFill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Weekly Usage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3870" y="511702"/>
            <a:ext cx="6033330" cy="523874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8802" y="1488014"/>
            <a:ext cx="3505199" cy="4262436"/>
          </a:xfrm>
          <a:solidFill>
            <a:schemeClr val="accent6">
              <a:lumMod val="40000"/>
              <a:lumOff val="60000"/>
            </a:schemeClr>
          </a:solidFill>
          <a:ln>
            <a:solidFill>
              <a:srgbClr val="7030A0"/>
            </a:solidFill>
          </a:ln>
        </p:spPr>
        <p:txBody>
          <a:bodyPr>
            <a:normAutofit lnSpcReduction="10000"/>
          </a:bodyPr>
          <a:lstStyle/>
          <a:p>
            <a:r>
              <a:rPr lang="en-IN" sz="1800" b="1" dirty="0"/>
              <a:t>Insight</a:t>
            </a:r>
            <a:r>
              <a:rPr lang="en-IN" sz="1800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Annual members show higher ride activity during weekdays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Casual riders show increased usage during weekends, especially Saturday and Sunday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b="1" dirty="0" smtClean="0"/>
          </a:p>
          <a:p>
            <a:r>
              <a:rPr lang="en-IN" sz="1800" b="1" dirty="0" smtClean="0"/>
              <a:t>Business </a:t>
            </a:r>
            <a:r>
              <a:rPr lang="en-IN" sz="1800" b="1" dirty="0"/>
              <a:t>Interpretation</a:t>
            </a:r>
            <a:r>
              <a:rPr lang="en-IN" sz="1800" b="1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Members primarily use Cyclistic bikes for commuting and daily 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transportation.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Casual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riders are more likely to use bikes for leisure and recreational activities</a:t>
            </a:r>
            <a:r>
              <a:rPr lang="en-GB" sz="1800" dirty="0"/>
              <a:t>.</a:t>
            </a:r>
            <a:endParaRPr lang="en-IN" sz="18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9520015" y="480271"/>
            <a:ext cx="240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2025-May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0652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904" y="562977"/>
            <a:ext cx="3505199" cy="976312"/>
          </a:xfrm>
          <a:solidFill>
            <a:srgbClr val="FFFFCC"/>
          </a:solidFill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Monthly Usage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4088" y="562977"/>
            <a:ext cx="6285663" cy="5137068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1904" y="1539289"/>
            <a:ext cx="3505199" cy="4262436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Ridership increases during warmer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Usage declines during winter months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Business 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Weather and seasonal conditions strongly influence bike-share usage</a:t>
            </a:r>
            <a:r>
              <a:rPr lang="en-GB" sz="1800" dirty="0"/>
              <a:t>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3775327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1904" y="545886"/>
            <a:ext cx="3505199" cy="976312"/>
          </a:xfrm>
          <a:solidFill>
            <a:srgbClr val="FFCC66"/>
          </a:solidFill>
        </p:spPr>
        <p:txBody>
          <a:bodyPr/>
          <a:lstStyle/>
          <a:p>
            <a:pPr algn="ctr"/>
            <a:r>
              <a:rPr lang="en-GB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Hourly Usage Analysis</a:t>
            </a:r>
            <a:endParaRPr lang="en-IN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6042" y="545886"/>
            <a:ext cx="6315341" cy="5194652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91903" y="1478102"/>
            <a:ext cx="3505199" cy="4262436"/>
          </a:xfrm>
          <a:solidFill>
            <a:schemeClr val="accent1">
              <a:lumMod val="20000"/>
              <a:lumOff val="80000"/>
            </a:schemeClr>
          </a:solidFill>
          <a:ln>
            <a:solidFill>
              <a:srgbClr val="FFFF00"/>
            </a:solidFill>
          </a:ln>
        </p:spPr>
        <p:txBody>
          <a:bodyPr/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Member rides peak during morning and evening 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hours.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Casual riders are more active during afternoon and leisure hours.</a:t>
            </a:r>
          </a:p>
          <a:p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Business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Members use bikes to travel to and from 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Casual </a:t>
            </a: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riders tend to ride during free time and recreational periods.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20015" y="480271"/>
            <a:ext cx="240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2025-May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9709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7541" y="553934"/>
            <a:ext cx="3505199" cy="976312"/>
          </a:xfrm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cs typeface="Calibri" panose="020F0502020204030204" pitchFamily="34" charset="0"/>
              </a:rPr>
              <a:t>Bike Type Preference Analysis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2837" y="553933"/>
            <a:ext cx="6201813" cy="5239297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7541" y="1539890"/>
            <a:ext cx="3505199" cy="4262436"/>
          </a:xfrm>
          <a:ln>
            <a:solidFill>
              <a:srgbClr val="92D050"/>
            </a:solidFill>
          </a:ln>
        </p:spPr>
        <p:txBody>
          <a:bodyPr/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Insight: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Electric bikes are the most popular bike type among both casual riders and members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1800" b="1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Business </a:t>
            </a:r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Convenience and ease of use make electric bikes attractive to riders.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02923" y="553933"/>
            <a:ext cx="240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2025-May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8469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6087" y="514455"/>
            <a:ext cx="3505199" cy="976312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GB" b="1" dirty="0" smtClean="0"/>
              <a:t>Top Casual Stations</a:t>
            </a:r>
            <a:endParaRPr lang="en-IN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400" y="514455"/>
            <a:ext cx="6611079" cy="5125769"/>
          </a:xfrm>
          <a:solidFill>
            <a:schemeClr val="bg1"/>
          </a:solidFill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6087" y="1490767"/>
            <a:ext cx="3505199" cy="4262436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Insight</a:t>
            </a:r>
            <a:r>
              <a:rPr lang="en-IN" sz="18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Casual riders frequently start or end trips at a few popular stations</a:t>
            </a:r>
            <a:r>
              <a:rPr lang="en-GB" sz="1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These stations are likely located near tourist and recreational areas.</a:t>
            </a:r>
            <a:endParaRPr lang="en-IN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1800" b="1" dirty="0">
                <a:latin typeface="Calibri" panose="020F0502020204030204" pitchFamily="34" charset="0"/>
                <a:cs typeface="Calibri" panose="020F0502020204030204" pitchFamily="34" charset="0"/>
              </a:rPr>
              <a:t>Business Interpretation: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latin typeface="Calibri" panose="020F0502020204030204" pitchFamily="34" charset="0"/>
                <a:cs typeface="Calibri" panose="020F0502020204030204" pitchFamily="34" charset="0"/>
              </a:rPr>
              <a:t>Casual riders mainly use Cyclistic for leisure and sightseeing purposes.</a:t>
            </a: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4397" y="0"/>
            <a:ext cx="240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2025-May 2026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455609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752" y="1619252"/>
            <a:ext cx="3110668" cy="976312"/>
          </a:xfrm>
          <a:solidFill>
            <a:srgbClr val="92D050"/>
          </a:solidFill>
        </p:spPr>
        <p:txBody>
          <a:bodyPr/>
          <a:lstStyle/>
          <a:p>
            <a:pPr algn="ctr"/>
            <a:r>
              <a:rPr lang="en-IN" b="1" dirty="0"/>
              <a:t>Member </a:t>
            </a:r>
            <a:r>
              <a:rPr lang="en-IN" b="1" dirty="0" smtClean="0"/>
              <a:t>vs. </a:t>
            </a:r>
            <a:r>
              <a:rPr lang="en-IN" b="1" dirty="0"/>
              <a:t>Casual Comparison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6752" y="2595564"/>
            <a:ext cx="3153398" cy="4262436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Higher ride frequency among members.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Longer ride duration among casual riders.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Different weekday and weekend riding patterns</a:t>
            </a:r>
            <a:r>
              <a:rPr lang="en-GB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Members use bikes for daily transportation and commuting</a:t>
            </a: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latin typeface="Calibri" panose="020F0502020204030204" pitchFamily="34" charset="0"/>
                <a:cs typeface="Calibri" panose="020F0502020204030204" pitchFamily="34" charset="0"/>
              </a:rPr>
              <a:t>Casual riders primarily use bikes for leisure and recreational trips.</a:t>
            </a:r>
            <a:endParaRPr lang="en-IN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" name="slide2" descr="Dashboard_Cyclistic_BikeShare_2025-26">
            <a:extLst>
              <a:ext uri="{FF2B5EF4-FFF2-40B4-BE49-F238E27FC236}">
                <a16:creationId xmlns:a16="http://schemas.microsoft.com/office/drawing/2014/main" xmlns="" id="{D8B8BBDC-1BB4-468F-A673-0B7F944D91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0150" y="0"/>
            <a:ext cx="84318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831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2149266" y="1222049"/>
            <a:ext cx="2563739" cy="242700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FF0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2486824" y="2112384"/>
            <a:ext cx="1888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Members take more rides.</a:t>
            </a:r>
            <a:endParaRPr lang="en-IN" dirty="0"/>
          </a:p>
        </p:txBody>
      </p:sp>
      <p:sp>
        <p:nvSpPr>
          <p:cNvPr id="6" name="Oval 5"/>
          <p:cNvSpPr/>
          <p:nvPr/>
        </p:nvSpPr>
        <p:spPr>
          <a:xfrm>
            <a:off x="5050565" y="1222048"/>
            <a:ext cx="2563739" cy="2427005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5251391" y="2112384"/>
            <a:ext cx="216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Casual riders ride longer.</a:t>
            </a:r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7951864" y="1222048"/>
            <a:ext cx="2563739" cy="2427005"/>
          </a:xfrm>
          <a:prstGeom prst="ellipse">
            <a:avLst/>
          </a:prstGeom>
          <a:solidFill>
            <a:srgbClr val="FFFFCC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2211937" y="3844183"/>
            <a:ext cx="2563739" cy="242700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/>
          <p:cNvSpPr/>
          <p:nvPr/>
        </p:nvSpPr>
        <p:spPr>
          <a:xfrm>
            <a:off x="5050565" y="3844182"/>
            <a:ext cx="2563739" cy="2427005"/>
          </a:xfrm>
          <a:prstGeom prst="ellipse">
            <a:avLst/>
          </a:prstGeom>
          <a:solidFill>
            <a:srgbClr val="FF7C80"/>
          </a:solidFill>
          <a:ln>
            <a:solidFill>
              <a:srgbClr val="00B0F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7889193" y="3844181"/>
            <a:ext cx="2563739" cy="2427005"/>
          </a:xfrm>
          <a:prstGeom prst="ellipse">
            <a:avLst/>
          </a:prstGeom>
          <a:solidFill>
            <a:srgbClr val="66CCFF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8152690" y="2112383"/>
            <a:ext cx="216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Ridership peaks in summer</a:t>
            </a:r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5251391" y="4734517"/>
            <a:ext cx="216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Casual riders prefer weekends.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8090019" y="4837068"/>
            <a:ext cx="216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Electric bikes are most preferred.</a:t>
            </a:r>
            <a:endParaRPr lang="en-IN" dirty="0"/>
          </a:p>
        </p:txBody>
      </p:sp>
      <p:sp>
        <p:nvSpPr>
          <p:cNvPr id="16" name="TextBox 15"/>
          <p:cNvSpPr txBox="1"/>
          <p:nvPr/>
        </p:nvSpPr>
        <p:spPr>
          <a:xfrm>
            <a:off x="2350091" y="4734516"/>
            <a:ext cx="21620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Members prefer weekdays.</a:t>
            </a:r>
            <a:endParaRPr lang="en-IN" dirty="0"/>
          </a:p>
        </p:txBody>
      </p:sp>
      <p:sp>
        <p:nvSpPr>
          <p:cNvPr id="17" name="Right Arrow 16"/>
          <p:cNvSpPr/>
          <p:nvPr/>
        </p:nvSpPr>
        <p:spPr>
          <a:xfrm>
            <a:off x="3315768" y="196553"/>
            <a:ext cx="5315484" cy="854580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/>
          <p:cNvSpPr txBox="1"/>
          <p:nvPr/>
        </p:nvSpPr>
        <p:spPr>
          <a:xfrm>
            <a:off x="3768695" y="423788"/>
            <a:ext cx="4120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Key Findings</a:t>
            </a:r>
            <a:endParaRPr lang="en-IN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553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Diagonal Corner Rectangle 4"/>
          <p:cNvSpPr/>
          <p:nvPr/>
        </p:nvSpPr>
        <p:spPr>
          <a:xfrm>
            <a:off x="2854296" y="307648"/>
            <a:ext cx="7118646" cy="581114"/>
          </a:xfrm>
          <a:prstGeom prst="round2DiagRect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854296" y="384561"/>
            <a:ext cx="711864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  </a:t>
            </a:r>
            <a:r>
              <a:rPr lang="en-IN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Recommendations</a:t>
            </a:r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1580972" y="1598064"/>
            <a:ext cx="9528561" cy="313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1. Target Weekend Casual Riders</a:t>
            </a:r>
            <a:endParaRPr lang="en-GB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Launch weekend promotions and membership trials, as casual riders are most active during leisure periods. </a:t>
            </a:r>
          </a:p>
          <a:p>
            <a:endParaRPr lang="en-GB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2. Promote Membership Value</a:t>
            </a:r>
            <a:endParaRPr lang="en-GB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Highlight cost savings, convenience, and unlimited access benefits through digital marketing campaigns. </a:t>
            </a:r>
          </a:p>
          <a:p>
            <a:endParaRPr lang="en-GB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3. Focus on Peak Riding Seasons</a:t>
            </a:r>
            <a:endParaRPr lang="en-GB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GB" dirty="0" smtClean="0">
                <a:latin typeface="Calibri" panose="020F0502020204030204" pitchFamily="34" charset="0"/>
                <a:cs typeface="Calibri" panose="020F0502020204030204" pitchFamily="34" charset="0"/>
              </a:rPr>
              <a:t>Run membership conversion campaigns during spring and summer when rider activity is highest.</a:t>
            </a:r>
          </a:p>
          <a:p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04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Arrow 2"/>
          <p:cNvSpPr/>
          <p:nvPr/>
        </p:nvSpPr>
        <p:spPr>
          <a:xfrm>
            <a:off x="1187866" y="2486827"/>
            <a:ext cx="3426864" cy="1410056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/>
          <p:cNvSpPr txBox="1"/>
          <p:nvPr/>
        </p:nvSpPr>
        <p:spPr>
          <a:xfrm>
            <a:off x="1704886" y="2863518"/>
            <a:ext cx="25295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endParaRPr lang="en-IN" dirty="0"/>
          </a:p>
        </p:txBody>
      </p:sp>
      <p:sp>
        <p:nvSpPr>
          <p:cNvPr id="5" name="Round Diagonal Corner Rectangle 4"/>
          <p:cNvSpPr/>
          <p:nvPr/>
        </p:nvSpPr>
        <p:spPr>
          <a:xfrm>
            <a:off x="4948016" y="1392965"/>
            <a:ext cx="5717136" cy="3871245"/>
          </a:xfrm>
          <a:prstGeom prst="round2Diag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5289847" y="2221907"/>
            <a:ext cx="47343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Members drive ride frequency, while casual riders drive ride duration. By targeting casual riders with membership-focused campaigns, Cyclistic can increase annual memberships and enhance long-term profitability.</a:t>
            </a: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706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Punched Tape 4"/>
          <p:cNvSpPr/>
          <p:nvPr/>
        </p:nvSpPr>
        <p:spPr>
          <a:xfrm>
            <a:off x="4508029" y="749850"/>
            <a:ext cx="3851031" cy="1160584"/>
          </a:xfrm>
          <a:prstGeom prst="flowChartPunchedTape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5249593" y="1029338"/>
            <a:ext cx="236790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  <a:p>
            <a:pPr algn="ctr"/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Oval 7"/>
          <p:cNvSpPr/>
          <p:nvPr/>
        </p:nvSpPr>
        <p:spPr>
          <a:xfrm>
            <a:off x="1518646" y="2220866"/>
            <a:ext cx="2567353" cy="2483795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/>
          <p:cNvSpPr txBox="1"/>
          <p:nvPr/>
        </p:nvSpPr>
        <p:spPr>
          <a:xfrm>
            <a:off x="1614951" y="2787162"/>
            <a:ext cx="237474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dirty="0" smtClean="0">
                <a:latin typeface="Arial" panose="020B0604020202020204" pitchFamily="34" charset="0"/>
              </a:rPr>
              <a:t>Google Data Analytics Professional Certificate Case Study, Coursera. </a:t>
            </a:r>
          </a:p>
          <a:p>
            <a:endParaRPr lang="en-IN" dirty="0"/>
          </a:p>
        </p:txBody>
      </p:sp>
      <p:sp>
        <p:nvSpPr>
          <p:cNvPr id="11" name="Oval 10"/>
          <p:cNvSpPr/>
          <p:nvPr/>
        </p:nvSpPr>
        <p:spPr>
          <a:xfrm>
            <a:off x="9021457" y="2128197"/>
            <a:ext cx="2567353" cy="2483795"/>
          </a:xfrm>
          <a:prstGeom prst="ellipse">
            <a:avLst/>
          </a:prstGeom>
          <a:solidFill>
            <a:srgbClr val="FF66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9373148" y="2488465"/>
            <a:ext cx="21541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 smtClean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panose="020B0604020202020204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Arial" panose="020B0604020202020204" pitchFamily="34" charset="0"/>
              </a:rPr>
              <a:t>Cyclistic Historical Bike Trip Data. </a:t>
            </a:r>
          </a:p>
          <a:p>
            <a:endParaRPr lang="en-IN" dirty="0"/>
          </a:p>
        </p:txBody>
      </p:sp>
      <p:sp>
        <p:nvSpPr>
          <p:cNvPr id="13" name="Oval 12"/>
          <p:cNvSpPr/>
          <p:nvPr/>
        </p:nvSpPr>
        <p:spPr>
          <a:xfrm>
            <a:off x="6682154" y="4277992"/>
            <a:ext cx="2567353" cy="2483795"/>
          </a:xfrm>
          <a:prstGeom prst="ellipse">
            <a:avLst/>
          </a:prstGeom>
          <a:solidFill>
            <a:srgbClr val="5CBCB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3424605" y="4277992"/>
            <a:ext cx="2567353" cy="2483795"/>
          </a:xfrm>
          <a:prstGeom prst="ellipse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3845346" y="5279749"/>
            <a:ext cx="1974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 smtClean="0">
                <a:latin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</a:rPr>
              <a:t>R Programming    Language. 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11303" y="5326875"/>
            <a:ext cx="21101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dirty="0" smtClean="0">
                <a:latin typeface="Arial" panose="020B0604020202020204" pitchFamily="34" charset="0"/>
              </a:rPr>
              <a:t>Tableau Desktop</a:t>
            </a:r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07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15152" y="2471679"/>
            <a:ext cx="447847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641333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2017</TotalTime>
  <Words>688</Words>
  <Application>Microsoft Office PowerPoint</Application>
  <PresentationFormat>Widescreen</PresentationFormat>
  <Paragraphs>140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Wisp</vt:lpstr>
      <vt:lpstr>Cyclistic Bike-Share Analysis Report (2025-2026)</vt:lpstr>
      <vt:lpstr>PowerPoint Presentation</vt:lpstr>
      <vt:lpstr>PowerPoint Presentation</vt:lpstr>
      <vt:lpstr>PowerPoint Presentation</vt:lpstr>
      <vt:lpstr>Data Cleaning and Preparation </vt:lpstr>
      <vt:lpstr>Ride Count Analysis</vt:lpstr>
      <vt:lpstr>Average Ride Length Analysis</vt:lpstr>
      <vt:lpstr>Weekly Usage Analysis</vt:lpstr>
      <vt:lpstr>Monthly Usage Analysis</vt:lpstr>
      <vt:lpstr>Hourly Usage Analysis</vt:lpstr>
      <vt:lpstr>Bike Type Preference Analysis</vt:lpstr>
      <vt:lpstr>Top Casual Stations</vt:lpstr>
      <vt:lpstr>Member vs. Casual Comparison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Cyclistic Bike-Share Analysis 2025-2026</dc:title>
  <dc:creator>HP</dc:creator>
  <cp:lastModifiedBy>HP</cp:lastModifiedBy>
  <cp:revision>52</cp:revision>
  <dcterms:created xsi:type="dcterms:W3CDTF">2026-06-25T09:37:06Z</dcterms:created>
  <dcterms:modified xsi:type="dcterms:W3CDTF">2026-06-26T19:14:43Z</dcterms:modified>
</cp:coreProperties>
</file>